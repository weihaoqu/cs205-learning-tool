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7"/>
  </p:notesMasterIdLst>
  <p:sldIdLst>
    <p:sldId id="256" r:id="rId2"/>
    <p:sldId id="263" r:id="rId3"/>
    <p:sldId id="284" r:id="rId4"/>
    <p:sldId id="315" r:id="rId5"/>
    <p:sldId id="322" r:id="rId6"/>
    <p:sldId id="257" r:id="rId7"/>
    <p:sldId id="258" r:id="rId8"/>
    <p:sldId id="323" r:id="rId9"/>
    <p:sldId id="259" r:id="rId10"/>
    <p:sldId id="324" r:id="rId11"/>
    <p:sldId id="260" r:id="rId12"/>
    <p:sldId id="285" r:id="rId13"/>
    <p:sldId id="28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82" r:id="rId22"/>
    <p:sldId id="287" r:id="rId23"/>
    <p:sldId id="288" r:id="rId24"/>
    <p:sldId id="289" r:id="rId25"/>
    <p:sldId id="307" r:id="rId26"/>
    <p:sldId id="314" r:id="rId27"/>
    <p:sldId id="325" r:id="rId28"/>
    <p:sldId id="316" r:id="rId29"/>
    <p:sldId id="275" r:id="rId30"/>
    <p:sldId id="278" r:id="rId31"/>
    <p:sldId id="276" r:id="rId32"/>
    <p:sldId id="277" r:id="rId33"/>
    <p:sldId id="279" r:id="rId34"/>
    <p:sldId id="281" r:id="rId35"/>
    <p:sldId id="283" r:id="rId36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25" autoAdjust="0"/>
    <p:restoredTop sz="94660"/>
  </p:normalViewPr>
  <p:slideViewPr>
    <p:cSldViewPr>
      <p:cViewPr varScale="1">
        <p:scale>
          <a:sx n="135" d="100"/>
          <a:sy n="135" d="100"/>
        </p:scale>
        <p:origin x="320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2B9B24-5220-5F4C-9646-07C2AEB453CD}" type="datetimeFigureOut">
              <a:rPr lang="en-US" smtClean="0"/>
              <a:t>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54113"/>
            <a:ext cx="55403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45000"/>
            <a:ext cx="5607050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772525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216F88-5C60-4B44-A4A9-8C62D9540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823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1154113"/>
            <a:ext cx="5540375" cy="31178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216F88-5C60-4B44-A4A9-8C62D9540A1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30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7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3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454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871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26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9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09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86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13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51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932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oracle.com/javase/7/docs/api/java/util/Collection.html" TargetMode="External"/><Relationship Id="rId3" Type="http://schemas.openxmlformats.org/officeDocument/2006/relationships/hyperlink" Target="https://docs.oracle.com/javase/7/docs/api/java/util/AbstractCollection.html" TargetMode="External"/><Relationship Id="rId7" Type="http://schemas.openxmlformats.org/officeDocument/2006/relationships/hyperlink" Target="https://docs.oracle.com/javase/7/docs/api/java/lang/Iterable.html" TargetMode="External"/><Relationship Id="rId2" Type="http://schemas.openxmlformats.org/officeDocument/2006/relationships/hyperlink" Target="https://docs.oracle.com/javase/7/docs/api/java/lang/Object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oracle.com/javase/7/docs/api/java/lang/Cloneable.html" TargetMode="External"/><Relationship Id="rId5" Type="http://schemas.openxmlformats.org/officeDocument/2006/relationships/hyperlink" Target="https://docs.oracle.com/javase/7/docs/api/java/util/AbstractSequentialList.html" TargetMode="External"/><Relationship Id="rId10" Type="http://schemas.openxmlformats.org/officeDocument/2006/relationships/hyperlink" Target="https://docs.oracle.com/javase/7/docs/api/java/util/Queue.html" TargetMode="External"/><Relationship Id="rId4" Type="http://schemas.openxmlformats.org/officeDocument/2006/relationships/hyperlink" Target="https://docs.oracle.com/javase/7/docs/api/java/util/AbstractList.html" TargetMode="External"/><Relationship Id="rId9" Type="http://schemas.openxmlformats.org/officeDocument/2006/relationships/hyperlink" Target="https://docs.oracle.com/javase/7/docs/api/java/util/Deque.html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java/util/List.html" TargetMode="External"/><Relationship Id="rId2" Type="http://schemas.openxmlformats.org/officeDocument/2006/relationships/hyperlink" Target="https://docs.oracle.com/javase/8/docs/api/java/util/AbstractSequentialList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oracle.com/javase/8/docs/api/java/io/Serializable.html" TargetMode="External"/><Relationship Id="rId5" Type="http://schemas.openxmlformats.org/officeDocument/2006/relationships/hyperlink" Target="https://docs.oracle.com/javase/8/docs/api/java/lang/Cloneable.html" TargetMode="External"/><Relationship Id="rId4" Type="http://schemas.openxmlformats.org/officeDocument/2006/relationships/hyperlink" Target="https://docs.oracle.com/javase/8/docs/api/java/util/Deque.html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7800" y="990601"/>
            <a:ext cx="9067800" cy="2609850"/>
          </a:xfrm>
        </p:spPr>
        <p:txBody>
          <a:bodyPr>
            <a:normAutofit fontScale="90000"/>
          </a:bodyPr>
          <a:lstStyle/>
          <a:p>
            <a:r>
              <a:rPr lang="en-US" dirty="0"/>
              <a:t>CS-205/503 Data Structure and Algorithms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4. Singly Linked List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Weihao</a:t>
            </a:r>
            <a:r>
              <a:rPr lang="en-US" dirty="0"/>
              <a:t> Qu</a:t>
            </a:r>
          </a:p>
          <a:p>
            <a:r>
              <a:rPr lang="en-US" dirty="0"/>
              <a:t>Monmouth University</a:t>
            </a:r>
          </a:p>
        </p:txBody>
      </p:sp>
    </p:spTree>
    <p:extLst>
      <p:ext uri="{BB962C8B-B14F-4D97-AF65-F5344CB8AC3E}">
        <p14:creationId xmlns:p14="http://schemas.microsoft.com/office/powerpoint/2010/main" val="280014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Singly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 linked list is a linearly chained set of nodes</a:t>
            </a:r>
          </a:p>
          <a:p>
            <a:r>
              <a:rPr lang="en-US" sz="2400" dirty="0"/>
              <a:t>Each node has at least two fields, one of which is a pointer field</a:t>
            </a:r>
          </a:p>
          <a:p>
            <a:r>
              <a:rPr lang="en-US" sz="2400" dirty="0"/>
              <a:t>The pointer points to the next node</a:t>
            </a:r>
          </a:p>
          <a:p>
            <a:r>
              <a:rPr lang="en-US" sz="2400" dirty="0"/>
              <a:t>The first node is called the </a:t>
            </a:r>
            <a:r>
              <a:rPr lang="en-US" sz="2400" b="1" dirty="0"/>
              <a:t>head</a:t>
            </a:r>
          </a:p>
          <a:p>
            <a:r>
              <a:rPr lang="en-US" sz="2400" dirty="0"/>
              <a:t>The last node is called the </a:t>
            </a:r>
            <a:r>
              <a:rPr lang="en-US" sz="2400" b="1" dirty="0"/>
              <a:t>tail</a:t>
            </a:r>
          </a:p>
          <a:p>
            <a:r>
              <a:rPr lang="en-US" sz="2400" dirty="0"/>
              <a:t>Following the pointer, from the head is called </a:t>
            </a:r>
            <a:r>
              <a:rPr lang="en-US" sz="2400" b="1" dirty="0"/>
              <a:t>link hopping </a:t>
            </a:r>
            <a:r>
              <a:rPr lang="en-US" sz="2400" dirty="0"/>
              <a:t>or </a:t>
            </a:r>
            <a:r>
              <a:rPr lang="en-US" sz="2400" b="1" dirty="0"/>
              <a:t>pointer hopping</a:t>
            </a:r>
          </a:p>
          <a:p>
            <a:r>
              <a:rPr lang="en-US" sz="2400" dirty="0"/>
              <a:t>Such a linked list is called a </a:t>
            </a:r>
            <a:r>
              <a:rPr lang="en-US" sz="2400" b="1" dirty="0"/>
              <a:t>singly linked list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584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501172"/>
            <a:ext cx="109728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Singly</a:t>
            </a:r>
            <a:r>
              <a:rPr spc="-60" dirty="0"/>
              <a:t> </a:t>
            </a:r>
            <a:r>
              <a:rPr dirty="0"/>
              <a:t>Linked</a:t>
            </a:r>
            <a:r>
              <a:rPr spc="-45" dirty="0"/>
              <a:t> </a:t>
            </a:r>
            <a:r>
              <a:rPr spc="-20" dirty="0"/>
              <a:t>List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39" y="1760220"/>
            <a:ext cx="228600" cy="228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39" y="3474721"/>
            <a:ext cx="228600" cy="228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07639" y="1669796"/>
            <a:ext cx="3365500" cy="245364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ct val="90400"/>
              </a:lnSpc>
              <a:spcBef>
                <a:spcPts val="375"/>
              </a:spcBef>
            </a:pP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24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singly</a:t>
            </a:r>
            <a:r>
              <a:rPr sz="24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linked</a:t>
            </a:r>
            <a:r>
              <a:rPr sz="24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list</a:t>
            </a:r>
            <a:r>
              <a:rPr sz="24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is</a:t>
            </a:r>
            <a:r>
              <a:rPr sz="24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40458C"/>
                </a:solidFill>
                <a:latin typeface="Tahoma"/>
                <a:cs typeface="Tahoma"/>
              </a:rPr>
              <a:t>a 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concrete</a:t>
            </a:r>
            <a:r>
              <a:rPr sz="2400" spc="-4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data</a:t>
            </a:r>
            <a:r>
              <a:rPr sz="24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structure 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consisting</a:t>
            </a:r>
            <a:r>
              <a:rPr sz="24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of</a:t>
            </a:r>
            <a:r>
              <a:rPr sz="24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24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sequence 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of</a:t>
            </a:r>
            <a:r>
              <a:rPr sz="24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nodes,</a:t>
            </a:r>
            <a:r>
              <a:rPr sz="24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starting</a:t>
            </a:r>
            <a:r>
              <a:rPr sz="24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from</a:t>
            </a:r>
            <a:r>
              <a:rPr sz="24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40458C"/>
                </a:solidFill>
                <a:latin typeface="Tahoma"/>
                <a:cs typeface="Tahoma"/>
              </a:rPr>
              <a:t>a 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head</a:t>
            </a:r>
            <a:r>
              <a:rPr sz="2400" spc="-4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pointer</a:t>
            </a:r>
            <a:endParaRPr sz="2400">
              <a:latin typeface="Tahoma"/>
              <a:cs typeface="Tahoma"/>
            </a:endParaRPr>
          </a:p>
          <a:p>
            <a:pPr marL="12700">
              <a:spcBef>
                <a:spcPts val="215"/>
              </a:spcBef>
            </a:pP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Each</a:t>
            </a:r>
            <a:r>
              <a:rPr sz="24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C"/>
                </a:solidFill>
                <a:latin typeface="Tahoma"/>
                <a:cs typeface="Tahoma"/>
              </a:rPr>
              <a:t>node</a:t>
            </a:r>
            <a:r>
              <a:rPr sz="24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40458C"/>
                </a:solidFill>
                <a:latin typeface="Tahoma"/>
                <a:cs typeface="Tahoma"/>
              </a:rPr>
              <a:t>stores</a:t>
            </a:r>
            <a:endParaRPr sz="2400">
              <a:latin typeface="Tahoma"/>
              <a:cs typeface="Tahoma"/>
            </a:endParaRPr>
          </a:p>
          <a:p>
            <a:pPr marL="412115" indent="-285115">
              <a:spcBef>
                <a:spcPts val="330"/>
              </a:spcBef>
              <a:buSzPct val="60000"/>
              <a:buFont typeface="Arial"/>
              <a:buChar char="■"/>
              <a:tabLst>
                <a:tab pos="412115" algn="l"/>
              </a:tabLst>
            </a:pP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element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21940" y="4122420"/>
            <a:ext cx="26371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spcBef>
                <a:spcPts val="100"/>
              </a:spcBef>
              <a:buSzPct val="60000"/>
              <a:buFont typeface="Arial"/>
              <a:buChar char="■"/>
              <a:tabLst>
                <a:tab pos="297815" algn="l"/>
              </a:tabLst>
            </a:pP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link</a:t>
            </a: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next</a:t>
            </a: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 node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996113" y="2119313"/>
            <a:ext cx="638175" cy="638175"/>
            <a:chOff x="5472112" y="2119312"/>
            <a:chExt cx="638175" cy="638175"/>
          </a:xfrm>
        </p:grpSpPr>
        <p:sp>
          <p:nvSpPr>
            <p:cNvPr id="8" name="object 8"/>
            <p:cNvSpPr/>
            <p:nvPr/>
          </p:nvSpPr>
          <p:spPr>
            <a:xfrm>
              <a:off x="5486400" y="21336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609600" y="6096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86400" y="21336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537575" y="2013203"/>
            <a:ext cx="5105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next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52444" y="3470148"/>
            <a:ext cx="9239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solidFill>
                  <a:srgbClr val="BE2D00"/>
                </a:solidFill>
                <a:latin typeface="Tahoma"/>
                <a:cs typeface="Tahoma"/>
              </a:rPr>
              <a:t>element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61376" y="3384804"/>
            <a:ext cx="5784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node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700838" y="1824038"/>
            <a:ext cx="2600325" cy="2143125"/>
            <a:chOff x="5176837" y="1824037"/>
            <a:chExt cx="2600325" cy="2143125"/>
          </a:xfrm>
        </p:grpSpPr>
        <p:sp>
          <p:nvSpPr>
            <p:cNvPr id="14" name="object 14"/>
            <p:cNvSpPr/>
            <p:nvPr/>
          </p:nvSpPr>
          <p:spPr>
            <a:xfrm>
              <a:off x="5181600" y="1828800"/>
              <a:ext cx="2590800" cy="2133600"/>
            </a:xfrm>
            <a:custGeom>
              <a:avLst/>
              <a:gdLst/>
              <a:ahLst/>
              <a:cxnLst/>
              <a:rect l="l" t="t" r="r" b="b"/>
              <a:pathLst>
                <a:path w="2590800" h="2133600">
                  <a:moveTo>
                    <a:pt x="0" y="355606"/>
                  </a:moveTo>
                  <a:lnTo>
                    <a:pt x="3246" y="307352"/>
                  </a:lnTo>
                  <a:lnTo>
                    <a:pt x="12702" y="261071"/>
                  </a:lnTo>
                  <a:lnTo>
                    <a:pt x="27945" y="217188"/>
                  </a:lnTo>
                  <a:lnTo>
                    <a:pt x="48550" y="176124"/>
                  </a:lnTo>
                  <a:lnTo>
                    <a:pt x="74094" y="138305"/>
                  </a:lnTo>
                  <a:lnTo>
                    <a:pt x="104154" y="104154"/>
                  </a:lnTo>
                  <a:lnTo>
                    <a:pt x="138305" y="74095"/>
                  </a:lnTo>
                  <a:lnTo>
                    <a:pt x="176124" y="48550"/>
                  </a:lnTo>
                  <a:lnTo>
                    <a:pt x="217188" y="27945"/>
                  </a:lnTo>
                  <a:lnTo>
                    <a:pt x="261071" y="12702"/>
                  </a:lnTo>
                  <a:lnTo>
                    <a:pt x="307352" y="3246"/>
                  </a:lnTo>
                  <a:lnTo>
                    <a:pt x="355606" y="0"/>
                  </a:lnTo>
                  <a:lnTo>
                    <a:pt x="2235194" y="0"/>
                  </a:lnTo>
                  <a:lnTo>
                    <a:pt x="2283447" y="3246"/>
                  </a:lnTo>
                  <a:lnTo>
                    <a:pt x="2329728" y="12702"/>
                  </a:lnTo>
                  <a:lnTo>
                    <a:pt x="2373612" y="27945"/>
                  </a:lnTo>
                  <a:lnTo>
                    <a:pt x="2414675" y="48550"/>
                  </a:lnTo>
                  <a:lnTo>
                    <a:pt x="2452494" y="74095"/>
                  </a:lnTo>
                  <a:lnTo>
                    <a:pt x="2486645" y="104154"/>
                  </a:lnTo>
                  <a:lnTo>
                    <a:pt x="2516705" y="138305"/>
                  </a:lnTo>
                  <a:lnTo>
                    <a:pt x="2542249" y="176124"/>
                  </a:lnTo>
                  <a:lnTo>
                    <a:pt x="2562854" y="217188"/>
                  </a:lnTo>
                  <a:lnTo>
                    <a:pt x="2578097" y="261071"/>
                  </a:lnTo>
                  <a:lnTo>
                    <a:pt x="2587553" y="307352"/>
                  </a:lnTo>
                  <a:lnTo>
                    <a:pt x="2590800" y="355606"/>
                  </a:lnTo>
                  <a:lnTo>
                    <a:pt x="2590800" y="1777994"/>
                  </a:lnTo>
                  <a:lnTo>
                    <a:pt x="2587553" y="1826247"/>
                  </a:lnTo>
                  <a:lnTo>
                    <a:pt x="2578097" y="1872528"/>
                  </a:lnTo>
                  <a:lnTo>
                    <a:pt x="2562854" y="1916412"/>
                  </a:lnTo>
                  <a:lnTo>
                    <a:pt x="2542249" y="1957475"/>
                  </a:lnTo>
                  <a:lnTo>
                    <a:pt x="2516705" y="1995294"/>
                  </a:lnTo>
                  <a:lnTo>
                    <a:pt x="2486645" y="2029445"/>
                  </a:lnTo>
                  <a:lnTo>
                    <a:pt x="2452494" y="2059505"/>
                  </a:lnTo>
                  <a:lnTo>
                    <a:pt x="2414675" y="2085049"/>
                  </a:lnTo>
                  <a:lnTo>
                    <a:pt x="2373612" y="2105654"/>
                  </a:lnTo>
                  <a:lnTo>
                    <a:pt x="2329728" y="2120897"/>
                  </a:lnTo>
                  <a:lnTo>
                    <a:pt x="2283447" y="2130353"/>
                  </a:lnTo>
                  <a:lnTo>
                    <a:pt x="2235194" y="2133600"/>
                  </a:lnTo>
                  <a:lnTo>
                    <a:pt x="355606" y="2133600"/>
                  </a:lnTo>
                  <a:lnTo>
                    <a:pt x="307352" y="2130353"/>
                  </a:lnTo>
                  <a:lnTo>
                    <a:pt x="261071" y="2120897"/>
                  </a:lnTo>
                  <a:lnTo>
                    <a:pt x="217188" y="2105654"/>
                  </a:lnTo>
                  <a:lnTo>
                    <a:pt x="176124" y="2085049"/>
                  </a:lnTo>
                  <a:lnTo>
                    <a:pt x="138305" y="2059505"/>
                  </a:lnTo>
                  <a:lnTo>
                    <a:pt x="104154" y="2029445"/>
                  </a:lnTo>
                  <a:lnTo>
                    <a:pt x="74094" y="1995294"/>
                  </a:lnTo>
                  <a:lnTo>
                    <a:pt x="48550" y="1957475"/>
                  </a:lnTo>
                  <a:lnTo>
                    <a:pt x="27945" y="1916412"/>
                  </a:lnTo>
                  <a:lnTo>
                    <a:pt x="12702" y="1872528"/>
                  </a:lnTo>
                  <a:lnTo>
                    <a:pt x="3246" y="1826247"/>
                  </a:lnTo>
                  <a:lnTo>
                    <a:pt x="0" y="1777994"/>
                  </a:lnTo>
                  <a:lnTo>
                    <a:pt x="0" y="355606"/>
                  </a:lnTo>
                  <a:close/>
                </a:path>
              </a:pathLst>
            </a:custGeom>
            <a:ln w="9525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96000" y="21336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609600" y="6096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96000" y="21336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48337" y="2395537"/>
              <a:ext cx="85725" cy="957580"/>
            </a:xfrm>
            <a:custGeom>
              <a:avLst/>
              <a:gdLst/>
              <a:ahLst/>
              <a:cxnLst/>
              <a:rect l="l" t="t" r="r" b="b"/>
              <a:pathLst>
                <a:path w="85725" h="957579">
                  <a:moveTo>
                    <a:pt x="28576" y="871537"/>
                  </a:moveTo>
                  <a:lnTo>
                    <a:pt x="1" y="871537"/>
                  </a:lnTo>
                  <a:lnTo>
                    <a:pt x="42863" y="957262"/>
                  </a:lnTo>
                  <a:lnTo>
                    <a:pt x="78582" y="885825"/>
                  </a:lnTo>
                  <a:lnTo>
                    <a:pt x="28576" y="885825"/>
                  </a:lnTo>
                  <a:lnTo>
                    <a:pt x="28576" y="871537"/>
                  </a:lnTo>
                  <a:close/>
                </a:path>
                <a:path w="85725" h="957579">
                  <a:moveTo>
                    <a:pt x="28575" y="82840"/>
                  </a:moveTo>
                  <a:lnTo>
                    <a:pt x="28576" y="885825"/>
                  </a:lnTo>
                  <a:lnTo>
                    <a:pt x="57151" y="885825"/>
                  </a:lnTo>
                  <a:lnTo>
                    <a:pt x="57150" y="85725"/>
                  </a:lnTo>
                  <a:lnTo>
                    <a:pt x="42862" y="85725"/>
                  </a:lnTo>
                  <a:lnTo>
                    <a:pt x="28575" y="82840"/>
                  </a:lnTo>
                  <a:close/>
                </a:path>
                <a:path w="85725" h="957579">
                  <a:moveTo>
                    <a:pt x="85726" y="871537"/>
                  </a:moveTo>
                  <a:lnTo>
                    <a:pt x="57151" y="871537"/>
                  </a:lnTo>
                  <a:lnTo>
                    <a:pt x="57151" y="885825"/>
                  </a:lnTo>
                  <a:lnTo>
                    <a:pt x="78582" y="885825"/>
                  </a:lnTo>
                  <a:lnTo>
                    <a:pt x="85726" y="871537"/>
                  </a:lnTo>
                  <a:close/>
                </a:path>
                <a:path w="85725" h="957579">
                  <a:moveTo>
                    <a:pt x="57150" y="42862"/>
                  </a:moveTo>
                  <a:lnTo>
                    <a:pt x="28575" y="42862"/>
                  </a:lnTo>
                  <a:lnTo>
                    <a:pt x="28575" y="82840"/>
                  </a:lnTo>
                  <a:lnTo>
                    <a:pt x="42862" y="85725"/>
                  </a:lnTo>
                  <a:lnTo>
                    <a:pt x="57149" y="82840"/>
                  </a:lnTo>
                  <a:lnTo>
                    <a:pt x="57150" y="42862"/>
                  </a:lnTo>
                  <a:close/>
                </a:path>
                <a:path w="85725" h="957579">
                  <a:moveTo>
                    <a:pt x="57150" y="82840"/>
                  </a:moveTo>
                  <a:lnTo>
                    <a:pt x="42862" y="85725"/>
                  </a:lnTo>
                  <a:lnTo>
                    <a:pt x="57150" y="85725"/>
                  </a:lnTo>
                  <a:lnTo>
                    <a:pt x="57150" y="82840"/>
                  </a:lnTo>
                  <a:close/>
                </a:path>
                <a:path w="85725" h="957579">
                  <a:moveTo>
                    <a:pt x="42862" y="0"/>
                  </a:moveTo>
                  <a:lnTo>
                    <a:pt x="26178" y="3368"/>
                  </a:lnTo>
                  <a:lnTo>
                    <a:pt x="12553" y="12553"/>
                  </a:lnTo>
                  <a:lnTo>
                    <a:pt x="3368" y="26178"/>
                  </a:lnTo>
                  <a:lnTo>
                    <a:pt x="0" y="42862"/>
                  </a:lnTo>
                  <a:lnTo>
                    <a:pt x="3368" y="59546"/>
                  </a:lnTo>
                  <a:lnTo>
                    <a:pt x="12553" y="73171"/>
                  </a:lnTo>
                  <a:lnTo>
                    <a:pt x="26178" y="82356"/>
                  </a:lnTo>
                  <a:lnTo>
                    <a:pt x="28575" y="82840"/>
                  </a:lnTo>
                  <a:lnTo>
                    <a:pt x="28575" y="42862"/>
                  </a:lnTo>
                  <a:lnTo>
                    <a:pt x="85725" y="42862"/>
                  </a:lnTo>
                  <a:lnTo>
                    <a:pt x="82356" y="26178"/>
                  </a:lnTo>
                  <a:lnTo>
                    <a:pt x="73170" y="12553"/>
                  </a:lnTo>
                  <a:lnTo>
                    <a:pt x="59546" y="3368"/>
                  </a:lnTo>
                  <a:lnTo>
                    <a:pt x="42862" y="0"/>
                  </a:lnTo>
                  <a:close/>
                </a:path>
                <a:path w="85725" h="957579">
                  <a:moveTo>
                    <a:pt x="85725" y="42862"/>
                  </a:moveTo>
                  <a:lnTo>
                    <a:pt x="57150" y="42862"/>
                  </a:lnTo>
                  <a:lnTo>
                    <a:pt x="57150" y="82840"/>
                  </a:lnTo>
                  <a:lnTo>
                    <a:pt x="59546" y="82356"/>
                  </a:lnTo>
                  <a:lnTo>
                    <a:pt x="73171" y="73171"/>
                  </a:lnTo>
                  <a:lnTo>
                    <a:pt x="82356" y="59546"/>
                  </a:lnTo>
                  <a:lnTo>
                    <a:pt x="85725" y="42862"/>
                  </a:lnTo>
                  <a:close/>
                </a:path>
              </a:pathLst>
            </a:custGeom>
            <a:solidFill>
              <a:srgbClr val="BE2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57937" y="2395537"/>
              <a:ext cx="957580" cy="85725"/>
            </a:xfrm>
            <a:custGeom>
              <a:avLst/>
              <a:gdLst/>
              <a:ahLst/>
              <a:cxnLst/>
              <a:rect l="l" t="t" r="r" b="b"/>
              <a:pathLst>
                <a:path w="957579" h="85725">
                  <a:moveTo>
                    <a:pt x="42862" y="0"/>
                  </a:moveTo>
                  <a:lnTo>
                    <a:pt x="26178" y="3368"/>
                  </a:lnTo>
                  <a:lnTo>
                    <a:pt x="12553" y="12553"/>
                  </a:lnTo>
                  <a:lnTo>
                    <a:pt x="3368" y="26178"/>
                  </a:lnTo>
                  <a:lnTo>
                    <a:pt x="0" y="42862"/>
                  </a:lnTo>
                  <a:lnTo>
                    <a:pt x="3368" y="59546"/>
                  </a:lnTo>
                  <a:lnTo>
                    <a:pt x="12553" y="73171"/>
                  </a:lnTo>
                  <a:lnTo>
                    <a:pt x="26178" y="82356"/>
                  </a:lnTo>
                  <a:lnTo>
                    <a:pt x="42862" y="85725"/>
                  </a:lnTo>
                  <a:lnTo>
                    <a:pt x="59546" y="82356"/>
                  </a:lnTo>
                  <a:lnTo>
                    <a:pt x="73171" y="73171"/>
                  </a:lnTo>
                  <a:lnTo>
                    <a:pt x="82356" y="59546"/>
                  </a:lnTo>
                  <a:lnTo>
                    <a:pt x="82840" y="57150"/>
                  </a:lnTo>
                  <a:lnTo>
                    <a:pt x="42862" y="57150"/>
                  </a:lnTo>
                  <a:lnTo>
                    <a:pt x="42862" y="28575"/>
                  </a:lnTo>
                  <a:lnTo>
                    <a:pt x="82840" y="28575"/>
                  </a:lnTo>
                  <a:lnTo>
                    <a:pt x="82356" y="26178"/>
                  </a:lnTo>
                  <a:lnTo>
                    <a:pt x="73170" y="12553"/>
                  </a:lnTo>
                  <a:lnTo>
                    <a:pt x="59546" y="3368"/>
                  </a:lnTo>
                  <a:lnTo>
                    <a:pt x="42862" y="0"/>
                  </a:lnTo>
                  <a:close/>
                </a:path>
                <a:path w="957579" h="85725">
                  <a:moveTo>
                    <a:pt x="871540" y="0"/>
                  </a:moveTo>
                  <a:lnTo>
                    <a:pt x="871537" y="85725"/>
                  </a:lnTo>
                  <a:lnTo>
                    <a:pt x="928684" y="57150"/>
                  </a:lnTo>
                  <a:lnTo>
                    <a:pt x="885825" y="57150"/>
                  </a:lnTo>
                  <a:lnTo>
                    <a:pt x="885825" y="28575"/>
                  </a:lnTo>
                  <a:lnTo>
                    <a:pt x="928690" y="28575"/>
                  </a:lnTo>
                  <a:lnTo>
                    <a:pt x="871540" y="0"/>
                  </a:lnTo>
                  <a:close/>
                </a:path>
                <a:path w="957579" h="85725">
                  <a:moveTo>
                    <a:pt x="82840" y="28575"/>
                  </a:moveTo>
                  <a:lnTo>
                    <a:pt x="42862" y="28575"/>
                  </a:lnTo>
                  <a:lnTo>
                    <a:pt x="42862" y="57150"/>
                  </a:lnTo>
                  <a:lnTo>
                    <a:pt x="82840" y="57150"/>
                  </a:lnTo>
                  <a:lnTo>
                    <a:pt x="85725" y="42862"/>
                  </a:lnTo>
                  <a:lnTo>
                    <a:pt x="82840" y="28575"/>
                  </a:lnTo>
                  <a:close/>
                </a:path>
                <a:path w="957579" h="85725">
                  <a:moveTo>
                    <a:pt x="871537" y="28575"/>
                  </a:moveTo>
                  <a:lnTo>
                    <a:pt x="82840" y="28575"/>
                  </a:lnTo>
                  <a:lnTo>
                    <a:pt x="85725" y="42862"/>
                  </a:lnTo>
                  <a:lnTo>
                    <a:pt x="82840" y="57150"/>
                  </a:lnTo>
                  <a:lnTo>
                    <a:pt x="871537" y="57150"/>
                  </a:lnTo>
                  <a:lnTo>
                    <a:pt x="871537" y="28575"/>
                  </a:lnTo>
                  <a:close/>
                </a:path>
                <a:path w="957579" h="85725">
                  <a:moveTo>
                    <a:pt x="928690" y="28575"/>
                  </a:moveTo>
                  <a:lnTo>
                    <a:pt x="885825" y="28575"/>
                  </a:lnTo>
                  <a:lnTo>
                    <a:pt x="885825" y="57150"/>
                  </a:lnTo>
                  <a:lnTo>
                    <a:pt x="928684" y="57150"/>
                  </a:lnTo>
                  <a:lnTo>
                    <a:pt x="957259" y="42862"/>
                  </a:lnTo>
                  <a:lnTo>
                    <a:pt x="928690" y="28575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2819401" y="4703763"/>
            <a:ext cx="638175" cy="638175"/>
            <a:chOff x="1295400" y="4703762"/>
            <a:chExt cx="638175" cy="638175"/>
          </a:xfrm>
        </p:grpSpPr>
        <p:sp>
          <p:nvSpPr>
            <p:cNvPr id="20" name="object 20"/>
            <p:cNvSpPr/>
            <p:nvPr/>
          </p:nvSpPr>
          <p:spPr>
            <a:xfrm>
              <a:off x="1309687" y="47180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609600" y="6096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09687" y="47180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057525" y="5960364"/>
            <a:ext cx="177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0" dirty="0">
                <a:solidFill>
                  <a:srgbClr val="BE2D00"/>
                </a:solidFill>
                <a:latin typeface="Tahoma"/>
                <a:cs typeface="Tahoma"/>
              </a:rPr>
              <a:t>A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095625" y="4703763"/>
            <a:ext cx="7053580" cy="1233805"/>
            <a:chOff x="1571625" y="4703762"/>
            <a:chExt cx="7053580" cy="1233805"/>
          </a:xfrm>
        </p:grpSpPr>
        <p:sp>
          <p:nvSpPr>
            <p:cNvPr id="24" name="object 24"/>
            <p:cNvSpPr/>
            <p:nvPr/>
          </p:nvSpPr>
          <p:spPr>
            <a:xfrm>
              <a:off x="1919287" y="47180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609600" y="6096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919287" y="47180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71625" y="4979987"/>
              <a:ext cx="85725" cy="957580"/>
            </a:xfrm>
            <a:custGeom>
              <a:avLst/>
              <a:gdLst/>
              <a:ahLst/>
              <a:cxnLst/>
              <a:rect l="l" t="t" r="r" b="b"/>
              <a:pathLst>
                <a:path w="85725" h="957579">
                  <a:moveTo>
                    <a:pt x="28576" y="871537"/>
                  </a:moveTo>
                  <a:lnTo>
                    <a:pt x="1" y="871537"/>
                  </a:lnTo>
                  <a:lnTo>
                    <a:pt x="42863" y="957262"/>
                  </a:lnTo>
                  <a:lnTo>
                    <a:pt x="78582" y="885825"/>
                  </a:lnTo>
                  <a:lnTo>
                    <a:pt x="28576" y="885825"/>
                  </a:lnTo>
                  <a:lnTo>
                    <a:pt x="28576" y="871537"/>
                  </a:lnTo>
                  <a:close/>
                </a:path>
                <a:path w="85725" h="957579">
                  <a:moveTo>
                    <a:pt x="28575" y="82840"/>
                  </a:moveTo>
                  <a:lnTo>
                    <a:pt x="28576" y="885825"/>
                  </a:lnTo>
                  <a:lnTo>
                    <a:pt x="57151" y="885825"/>
                  </a:lnTo>
                  <a:lnTo>
                    <a:pt x="57150" y="85725"/>
                  </a:lnTo>
                  <a:lnTo>
                    <a:pt x="42862" y="85725"/>
                  </a:lnTo>
                  <a:lnTo>
                    <a:pt x="28575" y="82840"/>
                  </a:lnTo>
                  <a:close/>
                </a:path>
                <a:path w="85725" h="957579">
                  <a:moveTo>
                    <a:pt x="85726" y="871537"/>
                  </a:moveTo>
                  <a:lnTo>
                    <a:pt x="57151" y="871537"/>
                  </a:lnTo>
                  <a:lnTo>
                    <a:pt x="57151" y="885825"/>
                  </a:lnTo>
                  <a:lnTo>
                    <a:pt x="78582" y="885825"/>
                  </a:lnTo>
                  <a:lnTo>
                    <a:pt x="85726" y="871537"/>
                  </a:lnTo>
                  <a:close/>
                </a:path>
                <a:path w="85725" h="957579">
                  <a:moveTo>
                    <a:pt x="57150" y="42862"/>
                  </a:moveTo>
                  <a:lnTo>
                    <a:pt x="28575" y="42862"/>
                  </a:lnTo>
                  <a:lnTo>
                    <a:pt x="28575" y="82840"/>
                  </a:lnTo>
                  <a:lnTo>
                    <a:pt x="42862" y="85725"/>
                  </a:lnTo>
                  <a:lnTo>
                    <a:pt x="57150" y="82840"/>
                  </a:lnTo>
                  <a:lnTo>
                    <a:pt x="57150" y="42862"/>
                  </a:lnTo>
                  <a:close/>
                </a:path>
                <a:path w="85725" h="957579">
                  <a:moveTo>
                    <a:pt x="57150" y="82840"/>
                  </a:moveTo>
                  <a:lnTo>
                    <a:pt x="42862" y="85725"/>
                  </a:lnTo>
                  <a:lnTo>
                    <a:pt x="57150" y="85725"/>
                  </a:lnTo>
                  <a:lnTo>
                    <a:pt x="57150" y="82840"/>
                  </a:lnTo>
                  <a:close/>
                </a:path>
                <a:path w="85725" h="957579">
                  <a:moveTo>
                    <a:pt x="42862" y="0"/>
                  </a:moveTo>
                  <a:lnTo>
                    <a:pt x="26178" y="3368"/>
                  </a:lnTo>
                  <a:lnTo>
                    <a:pt x="12554" y="12553"/>
                  </a:lnTo>
                  <a:lnTo>
                    <a:pt x="3368" y="26178"/>
                  </a:lnTo>
                  <a:lnTo>
                    <a:pt x="0" y="42862"/>
                  </a:lnTo>
                  <a:lnTo>
                    <a:pt x="3368" y="59546"/>
                  </a:lnTo>
                  <a:lnTo>
                    <a:pt x="12554" y="73170"/>
                  </a:lnTo>
                  <a:lnTo>
                    <a:pt x="26178" y="82356"/>
                  </a:lnTo>
                  <a:lnTo>
                    <a:pt x="28575" y="82840"/>
                  </a:lnTo>
                  <a:lnTo>
                    <a:pt x="28575" y="42862"/>
                  </a:lnTo>
                  <a:lnTo>
                    <a:pt x="85725" y="42862"/>
                  </a:lnTo>
                  <a:lnTo>
                    <a:pt x="82356" y="26178"/>
                  </a:lnTo>
                  <a:lnTo>
                    <a:pt x="73171" y="12553"/>
                  </a:lnTo>
                  <a:lnTo>
                    <a:pt x="59546" y="3368"/>
                  </a:lnTo>
                  <a:lnTo>
                    <a:pt x="42862" y="0"/>
                  </a:lnTo>
                  <a:close/>
                </a:path>
                <a:path w="85725" h="957579">
                  <a:moveTo>
                    <a:pt x="85725" y="42862"/>
                  </a:moveTo>
                  <a:lnTo>
                    <a:pt x="57150" y="42862"/>
                  </a:lnTo>
                  <a:lnTo>
                    <a:pt x="57150" y="82840"/>
                  </a:lnTo>
                  <a:lnTo>
                    <a:pt x="59546" y="82356"/>
                  </a:lnTo>
                  <a:lnTo>
                    <a:pt x="73171" y="73170"/>
                  </a:lnTo>
                  <a:lnTo>
                    <a:pt x="82356" y="59546"/>
                  </a:lnTo>
                  <a:lnTo>
                    <a:pt x="85725" y="42862"/>
                  </a:lnTo>
                  <a:close/>
                </a:path>
              </a:pathLst>
            </a:custGeom>
            <a:solidFill>
              <a:srgbClr val="BE2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181225" y="4979987"/>
              <a:ext cx="957580" cy="85725"/>
            </a:xfrm>
            <a:custGeom>
              <a:avLst/>
              <a:gdLst/>
              <a:ahLst/>
              <a:cxnLst/>
              <a:rect l="l" t="t" r="r" b="b"/>
              <a:pathLst>
                <a:path w="957580" h="85725">
                  <a:moveTo>
                    <a:pt x="42862" y="0"/>
                  </a:moveTo>
                  <a:lnTo>
                    <a:pt x="26178" y="3368"/>
                  </a:lnTo>
                  <a:lnTo>
                    <a:pt x="12554" y="12553"/>
                  </a:lnTo>
                  <a:lnTo>
                    <a:pt x="3368" y="26178"/>
                  </a:lnTo>
                  <a:lnTo>
                    <a:pt x="0" y="42862"/>
                  </a:lnTo>
                  <a:lnTo>
                    <a:pt x="3368" y="59546"/>
                  </a:lnTo>
                  <a:lnTo>
                    <a:pt x="12554" y="73170"/>
                  </a:lnTo>
                  <a:lnTo>
                    <a:pt x="26178" y="82356"/>
                  </a:lnTo>
                  <a:lnTo>
                    <a:pt x="42862" y="85725"/>
                  </a:lnTo>
                  <a:lnTo>
                    <a:pt x="59546" y="82356"/>
                  </a:lnTo>
                  <a:lnTo>
                    <a:pt x="73171" y="73170"/>
                  </a:lnTo>
                  <a:lnTo>
                    <a:pt x="82356" y="59546"/>
                  </a:lnTo>
                  <a:lnTo>
                    <a:pt x="82840" y="57150"/>
                  </a:lnTo>
                  <a:lnTo>
                    <a:pt x="42862" y="57150"/>
                  </a:lnTo>
                  <a:lnTo>
                    <a:pt x="42862" y="28575"/>
                  </a:lnTo>
                  <a:lnTo>
                    <a:pt x="82840" y="28575"/>
                  </a:lnTo>
                  <a:lnTo>
                    <a:pt x="82356" y="26178"/>
                  </a:lnTo>
                  <a:lnTo>
                    <a:pt x="73171" y="12553"/>
                  </a:lnTo>
                  <a:lnTo>
                    <a:pt x="59546" y="3368"/>
                  </a:lnTo>
                  <a:lnTo>
                    <a:pt x="42862" y="0"/>
                  </a:lnTo>
                  <a:close/>
                </a:path>
                <a:path w="957580" h="85725">
                  <a:moveTo>
                    <a:pt x="871540" y="0"/>
                  </a:moveTo>
                  <a:lnTo>
                    <a:pt x="871537" y="85725"/>
                  </a:lnTo>
                  <a:lnTo>
                    <a:pt x="928684" y="57150"/>
                  </a:lnTo>
                  <a:lnTo>
                    <a:pt x="885826" y="57150"/>
                  </a:lnTo>
                  <a:lnTo>
                    <a:pt x="885826" y="28575"/>
                  </a:lnTo>
                  <a:lnTo>
                    <a:pt x="928690" y="28575"/>
                  </a:lnTo>
                  <a:lnTo>
                    <a:pt x="871540" y="0"/>
                  </a:lnTo>
                  <a:close/>
                </a:path>
                <a:path w="957580" h="85725">
                  <a:moveTo>
                    <a:pt x="82840" y="28575"/>
                  </a:moveTo>
                  <a:lnTo>
                    <a:pt x="42862" y="28575"/>
                  </a:lnTo>
                  <a:lnTo>
                    <a:pt x="42862" y="57150"/>
                  </a:lnTo>
                  <a:lnTo>
                    <a:pt x="82840" y="57150"/>
                  </a:lnTo>
                  <a:lnTo>
                    <a:pt x="85725" y="42862"/>
                  </a:lnTo>
                  <a:lnTo>
                    <a:pt x="82840" y="28575"/>
                  </a:lnTo>
                  <a:close/>
                </a:path>
                <a:path w="957580" h="85725">
                  <a:moveTo>
                    <a:pt x="871537" y="28575"/>
                  </a:moveTo>
                  <a:lnTo>
                    <a:pt x="82840" y="28575"/>
                  </a:lnTo>
                  <a:lnTo>
                    <a:pt x="85725" y="42862"/>
                  </a:lnTo>
                  <a:lnTo>
                    <a:pt x="82840" y="57150"/>
                  </a:lnTo>
                  <a:lnTo>
                    <a:pt x="871537" y="57150"/>
                  </a:lnTo>
                  <a:lnTo>
                    <a:pt x="871537" y="28575"/>
                  </a:lnTo>
                  <a:close/>
                </a:path>
                <a:path w="957580" h="85725">
                  <a:moveTo>
                    <a:pt x="928690" y="28575"/>
                  </a:moveTo>
                  <a:lnTo>
                    <a:pt x="885826" y="28575"/>
                  </a:lnTo>
                  <a:lnTo>
                    <a:pt x="885826" y="57150"/>
                  </a:lnTo>
                  <a:lnTo>
                    <a:pt x="928684" y="57150"/>
                  </a:lnTo>
                  <a:lnTo>
                    <a:pt x="957259" y="42862"/>
                  </a:lnTo>
                  <a:lnTo>
                    <a:pt x="928690" y="28575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138487" y="47180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609600" y="6096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138487" y="47180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748087" y="47180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609600" y="6096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48087" y="47180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010025" y="4979987"/>
              <a:ext cx="957580" cy="85725"/>
            </a:xfrm>
            <a:custGeom>
              <a:avLst/>
              <a:gdLst/>
              <a:ahLst/>
              <a:cxnLst/>
              <a:rect l="l" t="t" r="r" b="b"/>
              <a:pathLst>
                <a:path w="957579" h="85725">
                  <a:moveTo>
                    <a:pt x="42862" y="0"/>
                  </a:moveTo>
                  <a:lnTo>
                    <a:pt x="26178" y="3368"/>
                  </a:lnTo>
                  <a:lnTo>
                    <a:pt x="12554" y="12553"/>
                  </a:lnTo>
                  <a:lnTo>
                    <a:pt x="3368" y="26178"/>
                  </a:lnTo>
                  <a:lnTo>
                    <a:pt x="0" y="42862"/>
                  </a:lnTo>
                  <a:lnTo>
                    <a:pt x="3368" y="59546"/>
                  </a:lnTo>
                  <a:lnTo>
                    <a:pt x="12554" y="73170"/>
                  </a:lnTo>
                  <a:lnTo>
                    <a:pt x="26178" y="82356"/>
                  </a:lnTo>
                  <a:lnTo>
                    <a:pt x="42862" y="85725"/>
                  </a:lnTo>
                  <a:lnTo>
                    <a:pt x="59546" y="82356"/>
                  </a:lnTo>
                  <a:lnTo>
                    <a:pt x="73171" y="73170"/>
                  </a:lnTo>
                  <a:lnTo>
                    <a:pt x="82356" y="59546"/>
                  </a:lnTo>
                  <a:lnTo>
                    <a:pt x="82840" y="57150"/>
                  </a:lnTo>
                  <a:lnTo>
                    <a:pt x="42862" y="57150"/>
                  </a:lnTo>
                  <a:lnTo>
                    <a:pt x="42862" y="28575"/>
                  </a:lnTo>
                  <a:lnTo>
                    <a:pt x="82840" y="28575"/>
                  </a:lnTo>
                  <a:lnTo>
                    <a:pt x="82356" y="26178"/>
                  </a:lnTo>
                  <a:lnTo>
                    <a:pt x="73171" y="12553"/>
                  </a:lnTo>
                  <a:lnTo>
                    <a:pt x="59546" y="3368"/>
                  </a:lnTo>
                  <a:lnTo>
                    <a:pt x="42862" y="0"/>
                  </a:lnTo>
                  <a:close/>
                </a:path>
                <a:path w="957579" h="85725">
                  <a:moveTo>
                    <a:pt x="871540" y="0"/>
                  </a:moveTo>
                  <a:lnTo>
                    <a:pt x="871537" y="85725"/>
                  </a:lnTo>
                  <a:lnTo>
                    <a:pt x="928684" y="57150"/>
                  </a:lnTo>
                  <a:lnTo>
                    <a:pt x="885826" y="57150"/>
                  </a:lnTo>
                  <a:lnTo>
                    <a:pt x="885826" y="28575"/>
                  </a:lnTo>
                  <a:lnTo>
                    <a:pt x="928690" y="28575"/>
                  </a:lnTo>
                  <a:lnTo>
                    <a:pt x="871540" y="0"/>
                  </a:lnTo>
                  <a:close/>
                </a:path>
                <a:path w="957579" h="85725">
                  <a:moveTo>
                    <a:pt x="82840" y="28575"/>
                  </a:moveTo>
                  <a:lnTo>
                    <a:pt x="42862" y="28575"/>
                  </a:lnTo>
                  <a:lnTo>
                    <a:pt x="42862" y="57150"/>
                  </a:lnTo>
                  <a:lnTo>
                    <a:pt x="82840" y="57150"/>
                  </a:lnTo>
                  <a:lnTo>
                    <a:pt x="85725" y="42862"/>
                  </a:lnTo>
                  <a:lnTo>
                    <a:pt x="82840" y="28575"/>
                  </a:lnTo>
                  <a:close/>
                </a:path>
                <a:path w="957579" h="85725">
                  <a:moveTo>
                    <a:pt x="871537" y="28575"/>
                  </a:moveTo>
                  <a:lnTo>
                    <a:pt x="82840" y="28575"/>
                  </a:lnTo>
                  <a:lnTo>
                    <a:pt x="85725" y="42862"/>
                  </a:lnTo>
                  <a:lnTo>
                    <a:pt x="82840" y="57150"/>
                  </a:lnTo>
                  <a:lnTo>
                    <a:pt x="871537" y="57150"/>
                  </a:lnTo>
                  <a:lnTo>
                    <a:pt x="871537" y="28575"/>
                  </a:lnTo>
                  <a:close/>
                </a:path>
                <a:path w="957579" h="85725">
                  <a:moveTo>
                    <a:pt x="928690" y="28575"/>
                  </a:moveTo>
                  <a:lnTo>
                    <a:pt x="885826" y="28575"/>
                  </a:lnTo>
                  <a:lnTo>
                    <a:pt x="885826" y="57150"/>
                  </a:lnTo>
                  <a:lnTo>
                    <a:pt x="928684" y="57150"/>
                  </a:lnTo>
                  <a:lnTo>
                    <a:pt x="957259" y="42862"/>
                  </a:lnTo>
                  <a:lnTo>
                    <a:pt x="928690" y="28575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67287" y="47180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609600" y="6096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967287" y="47180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576887" y="47180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609600" y="6096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576887" y="47180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838825" y="4979987"/>
              <a:ext cx="957580" cy="85725"/>
            </a:xfrm>
            <a:custGeom>
              <a:avLst/>
              <a:gdLst/>
              <a:ahLst/>
              <a:cxnLst/>
              <a:rect l="l" t="t" r="r" b="b"/>
              <a:pathLst>
                <a:path w="957579" h="85725">
                  <a:moveTo>
                    <a:pt x="42862" y="0"/>
                  </a:moveTo>
                  <a:lnTo>
                    <a:pt x="26178" y="3368"/>
                  </a:lnTo>
                  <a:lnTo>
                    <a:pt x="12554" y="12553"/>
                  </a:lnTo>
                  <a:lnTo>
                    <a:pt x="3368" y="26178"/>
                  </a:lnTo>
                  <a:lnTo>
                    <a:pt x="0" y="42862"/>
                  </a:lnTo>
                  <a:lnTo>
                    <a:pt x="3368" y="59546"/>
                  </a:lnTo>
                  <a:lnTo>
                    <a:pt x="12554" y="73170"/>
                  </a:lnTo>
                  <a:lnTo>
                    <a:pt x="26178" y="82356"/>
                  </a:lnTo>
                  <a:lnTo>
                    <a:pt x="42862" y="85725"/>
                  </a:lnTo>
                  <a:lnTo>
                    <a:pt x="59546" y="82356"/>
                  </a:lnTo>
                  <a:lnTo>
                    <a:pt x="73171" y="73170"/>
                  </a:lnTo>
                  <a:lnTo>
                    <a:pt x="82356" y="59546"/>
                  </a:lnTo>
                  <a:lnTo>
                    <a:pt x="82840" y="57150"/>
                  </a:lnTo>
                  <a:lnTo>
                    <a:pt x="42862" y="57150"/>
                  </a:lnTo>
                  <a:lnTo>
                    <a:pt x="42862" y="28575"/>
                  </a:lnTo>
                  <a:lnTo>
                    <a:pt x="82840" y="28575"/>
                  </a:lnTo>
                  <a:lnTo>
                    <a:pt x="82356" y="26178"/>
                  </a:lnTo>
                  <a:lnTo>
                    <a:pt x="73171" y="12553"/>
                  </a:lnTo>
                  <a:lnTo>
                    <a:pt x="59546" y="3368"/>
                  </a:lnTo>
                  <a:lnTo>
                    <a:pt x="42862" y="0"/>
                  </a:lnTo>
                  <a:close/>
                </a:path>
                <a:path w="957579" h="85725">
                  <a:moveTo>
                    <a:pt x="871540" y="0"/>
                  </a:moveTo>
                  <a:lnTo>
                    <a:pt x="871537" y="85725"/>
                  </a:lnTo>
                  <a:lnTo>
                    <a:pt x="928684" y="57150"/>
                  </a:lnTo>
                  <a:lnTo>
                    <a:pt x="885826" y="57150"/>
                  </a:lnTo>
                  <a:lnTo>
                    <a:pt x="885826" y="28575"/>
                  </a:lnTo>
                  <a:lnTo>
                    <a:pt x="928690" y="28575"/>
                  </a:lnTo>
                  <a:lnTo>
                    <a:pt x="871540" y="0"/>
                  </a:lnTo>
                  <a:close/>
                </a:path>
                <a:path w="957579" h="85725">
                  <a:moveTo>
                    <a:pt x="82840" y="28575"/>
                  </a:moveTo>
                  <a:lnTo>
                    <a:pt x="42862" y="28575"/>
                  </a:lnTo>
                  <a:lnTo>
                    <a:pt x="42862" y="57150"/>
                  </a:lnTo>
                  <a:lnTo>
                    <a:pt x="82840" y="57150"/>
                  </a:lnTo>
                  <a:lnTo>
                    <a:pt x="85725" y="42862"/>
                  </a:lnTo>
                  <a:lnTo>
                    <a:pt x="82840" y="28575"/>
                  </a:lnTo>
                  <a:close/>
                </a:path>
                <a:path w="957579" h="85725">
                  <a:moveTo>
                    <a:pt x="871537" y="28575"/>
                  </a:moveTo>
                  <a:lnTo>
                    <a:pt x="82840" y="28575"/>
                  </a:lnTo>
                  <a:lnTo>
                    <a:pt x="85725" y="42862"/>
                  </a:lnTo>
                  <a:lnTo>
                    <a:pt x="82840" y="57150"/>
                  </a:lnTo>
                  <a:lnTo>
                    <a:pt x="871537" y="57150"/>
                  </a:lnTo>
                  <a:lnTo>
                    <a:pt x="871537" y="28575"/>
                  </a:lnTo>
                  <a:close/>
                </a:path>
                <a:path w="957579" h="85725">
                  <a:moveTo>
                    <a:pt x="928690" y="28575"/>
                  </a:moveTo>
                  <a:lnTo>
                    <a:pt x="885826" y="28575"/>
                  </a:lnTo>
                  <a:lnTo>
                    <a:pt x="885826" y="57150"/>
                  </a:lnTo>
                  <a:lnTo>
                    <a:pt x="928684" y="57150"/>
                  </a:lnTo>
                  <a:lnTo>
                    <a:pt x="957259" y="42862"/>
                  </a:lnTo>
                  <a:lnTo>
                    <a:pt x="928690" y="28575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96087" y="47180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609600" y="6096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796087" y="47180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05687" y="47180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609600" y="6096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405687" y="471805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667625" y="4979987"/>
              <a:ext cx="957580" cy="85725"/>
            </a:xfrm>
            <a:custGeom>
              <a:avLst/>
              <a:gdLst/>
              <a:ahLst/>
              <a:cxnLst/>
              <a:rect l="l" t="t" r="r" b="b"/>
              <a:pathLst>
                <a:path w="957579" h="85725">
                  <a:moveTo>
                    <a:pt x="42862" y="0"/>
                  </a:moveTo>
                  <a:lnTo>
                    <a:pt x="26178" y="3368"/>
                  </a:lnTo>
                  <a:lnTo>
                    <a:pt x="12554" y="12553"/>
                  </a:lnTo>
                  <a:lnTo>
                    <a:pt x="3368" y="26178"/>
                  </a:lnTo>
                  <a:lnTo>
                    <a:pt x="0" y="42862"/>
                  </a:lnTo>
                  <a:lnTo>
                    <a:pt x="3368" y="59546"/>
                  </a:lnTo>
                  <a:lnTo>
                    <a:pt x="12554" y="73170"/>
                  </a:lnTo>
                  <a:lnTo>
                    <a:pt x="26178" y="82356"/>
                  </a:lnTo>
                  <a:lnTo>
                    <a:pt x="42862" y="85725"/>
                  </a:lnTo>
                  <a:lnTo>
                    <a:pt x="59546" y="82356"/>
                  </a:lnTo>
                  <a:lnTo>
                    <a:pt x="73171" y="73170"/>
                  </a:lnTo>
                  <a:lnTo>
                    <a:pt x="82356" y="59546"/>
                  </a:lnTo>
                  <a:lnTo>
                    <a:pt x="82840" y="57150"/>
                  </a:lnTo>
                  <a:lnTo>
                    <a:pt x="42862" y="57150"/>
                  </a:lnTo>
                  <a:lnTo>
                    <a:pt x="42862" y="28575"/>
                  </a:lnTo>
                  <a:lnTo>
                    <a:pt x="82840" y="28575"/>
                  </a:lnTo>
                  <a:lnTo>
                    <a:pt x="82356" y="26178"/>
                  </a:lnTo>
                  <a:lnTo>
                    <a:pt x="73171" y="12553"/>
                  </a:lnTo>
                  <a:lnTo>
                    <a:pt x="59546" y="3368"/>
                  </a:lnTo>
                  <a:lnTo>
                    <a:pt x="42862" y="0"/>
                  </a:lnTo>
                  <a:close/>
                </a:path>
                <a:path w="957579" h="85725">
                  <a:moveTo>
                    <a:pt x="871540" y="0"/>
                  </a:moveTo>
                  <a:lnTo>
                    <a:pt x="871537" y="85725"/>
                  </a:lnTo>
                  <a:lnTo>
                    <a:pt x="928684" y="57150"/>
                  </a:lnTo>
                  <a:lnTo>
                    <a:pt x="885826" y="57150"/>
                  </a:lnTo>
                  <a:lnTo>
                    <a:pt x="885826" y="28575"/>
                  </a:lnTo>
                  <a:lnTo>
                    <a:pt x="928690" y="28575"/>
                  </a:lnTo>
                  <a:lnTo>
                    <a:pt x="871540" y="0"/>
                  </a:lnTo>
                  <a:close/>
                </a:path>
                <a:path w="957579" h="85725">
                  <a:moveTo>
                    <a:pt x="82840" y="28575"/>
                  </a:moveTo>
                  <a:lnTo>
                    <a:pt x="42862" y="28575"/>
                  </a:lnTo>
                  <a:lnTo>
                    <a:pt x="42862" y="57150"/>
                  </a:lnTo>
                  <a:lnTo>
                    <a:pt x="82840" y="57150"/>
                  </a:lnTo>
                  <a:lnTo>
                    <a:pt x="85725" y="42862"/>
                  </a:lnTo>
                  <a:lnTo>
                    <a:pt x="82840" y="28575"/>
                  </a:lnTo>
                  <a:close/>
                </a:path>
                <a:path w="957579" h="85725">
                  <a:moveTo>
                    <a:pt x="871537" y="28575"/>
                  </a:moveTo>
                  <a:lnTo>
                    <a:pt x="82840" y="28575"/>
                  </a:lnTo>
                  <a:lnTo>
                    <a:pt x="85725" y="42862"/>
                  </a:lnTo>
                  <a:lnTo>
                    <a:pt x="82840" y="57150"/>
                  </a:lnTo>
                  <a:lnTo>
                    <a:pt x="871537" y="57150"/>
                  </a:lnTo>
                  <a:lnTo>
                    <a:pt x="871537" y="28575"/>
                  </a:lnTo>
                  <a:close/>
                </a:path>
                <a:path w="957579" h="85725">
                  <a:moveTo>
                    <a:pt x="928690" y="28575"/>
                  </a:moveTo>
                  <a:lnTo>
                    <a:pt x="885826" y="28575"/>
                  </a:lnTo>
                  <a:lnTo>
                    <a:pt x="885826" y="57150"/>
                  </a:lnTo>
                  <a:lnTo>
                    <a:pt x="928684" y="57150"/>
                  </a:lnTo>
                  <a:lnTo>
                    <a:pt x="957259" y="42862"/>
                  </a:lnTo>
                  <a:lnTo>
                    <a:pt x="928690" y="28575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887912" y="5960364"/>
            <a:ext cx="1752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0" dirty="0">
                <a:solidFill>
                  <a:srgbClr val="BE2D00"/>
                </a:solidFill>
                <a:latin typeface="Tahoma"/>
                <a:cs typeface="Tahoma"/>
              </a:rPr>
              <a:t>B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924426" y="4979987"/>
            <a:ext cx="85725" cy="957580"/>
          </a:xfrm>
          <a:custGeom>
            <a:avLst/>
            <a:gdLst/>
            <a:ahLst/>
            <a:cxnLst/>
            <a:rect l="l" t="t" r="r" b="b"/>
            <a:pathLst>
              <a:path w="85725" h="957579">
                <a:moveTo>
                  <a:pt x="28576" y="871537"/>
                </a:moveTo>
                <a:lnTo>
                  <a:pt x="1" y="871537"/>
                </a:lnTo>
                <a:lnTo>
                  <a:pt x="42863" y="957262"/>
                </a:lnTo>
                <a:lnTo>
                  <a:pt x="78582" y="885825"/>
                </a:lnTo>
                <a:lnTo>
                  <a:pt x="28576" y="885825"/>
                </a:lnTo>
                <a:lnTo>
                  <a:pt x="28576" y="871537"/>
                </a:lnTo>
                <a:close/>
              </a:path>
              <a:path w="85725" h="957579">
                <a:moveTo>
                  <a:pt x="28575" y="82840"/>
                </a:moveTo>
                <a:lnTo>
                  <a:pt x="28576" y="885825"/>
                </a:lnTo>
                <a:lnTo>
                  <a:pt x="57151" y="885825"/>
                </a:lnTo>
                <a:lnTo>
                  <a:pt x="57150" y="85725"/>
                </a:lnTo>
                <a:lnTo>
                  <a:pt x="42862" y="85725"/>
                </a:lnTo>
                <a:lnTo>
                  <a:pt x="28575" y="82840"/>
                </a:lnTo>
                <a:close/>
              </a:path>
              <a:path w="85725" h="957579">
                <a:moveTo>
                  <a:pt x="85726" y="871537"/>
                </a:moveTo>
                <a:lnTo>
                  <a:pt x="57151" y="871537"/>
                </a:lnTo>
                <a:lnTo>
                  <a:pt x="57151" y="885825"/>
                </a:lnTo>
                <a:lnTo>
                  <a:pt x="78582" y="885825"/>
                </a:lnTo>
                <a:lnTo>
                  <a:pt x="85726" y="871537"/>
                </a:lnTo>
                <a:close/>
              </a:path>
              <a:path w="85725" h="957579">
                <a:moveTo>
                  <a:pt x="57150" y="42862"/>
                </a:moveTo>
                <a:lnTo>
                  <a:pt x="28575" y="42862"/>
                </a:lnTo>
                <a:lnTo>
                  <a:pt x="28575" y="82840"/>
                </a:lnTo>
                <a:lnTo>
                  <a:pt x="42862" y="85725"/>
                </a:lnTo>
                <a:lnTo>
                  <a:pt x="57150" y="82840"/>
                </a:lnTo>
                <a:lnTo>
                  <a:pt x="57150" y="42862"/>
                </a:lnTo>
                <a:close/>
              </a:path>
              <a:path w="85725" h="957579">
                <a:moveTo>
                  <a:pt x="57150" y="82840"/>
                </a:moveTo>
                <a:lnTo>
                  <a:pt x="42862" y="85725"/>
                </a:lnTo>
                <a:lnTo>
                  <a:pt x="57150" y="85725"/>
                </a:lnTo>
                <a:lnTo>
                  <a:pt x="57150" y="82840"/>
                </a:lnTo>
                <a:close/>
              </a:path>
              <a:path w="85725" h="957579">
                <a:moveTo>
                  <a:pt x="42862" y="0"/>
                </a:moveTo>
                <a:lnTo>
                  <a:pt x="26178" y="3368"/>
                </a:lnTo>
                <a:lnTo>
                  <a:pt x="12554" y="12553"/>
                </a:lnTo>
                <a:lnTo>
                  <a:pt x="3368" y="26178"/>
                </a:lnTo>
                <a:lnTo>
                  <a:pt x="0" y="42862"/>
                </a:lnTo>
                <a:lnTo>
                  <a:pt x="3368" y="59546"/>
                </a:lnTo>
                <a:lnTo>
                  <a:pt x="12554" y="73170"/>
                </a:lnTo>
                <a:lnTo>
                  <a:pt x="26178" y="82356"/>
                </a:lnTo>
                <a:lnTo>
                  <a:pt x="28575" y="82840"/>
                </a:lnTo>
                <a:lnTo>
                  <a:pt x="28575" y="42862"/>
                </a:lnTo>
                <a:lnTo>
                  <a:pt x="85725" y="42862"/>
                </a:lnTo>
                <a:lnTo>
                  <a:pt x="82356" y="26178"/>
                </a:lnTo>
                <a:lnTo>
                  <a:pt x="73171" y="12553"/>
                </a:lnTo>
                <a:lnTo>
                  <a:pt x="59546" y="3368"/>
                </a:lnTo>
                <a:lnTo>
                  <a:pt x="42862" y="0"/>
                </a:lnTo>
                <a:close/>
              </a:path>
              <a:path w="85725" h="957579">
                <a:moveTo>
                  <a:pt x="85725" y="42862"/>
                </a:moveTo>
                <a:lnTo>
                  <a:pt x="57150" y="42862"/>
                </a:lnTo>
                <a:lnTo>
                  <a:pt x="57150" y="82840"/>
                </a:lnTo>
                <a:lnTo>
                  <a:pt x="59546" y="82356"/>
                </a:lnTo>
                <a:lnTo>
                  <a:pt x="73171" y="73170"/>
                </a:lnTo>
                <a:lnTo>
                  <a:pt x="82356" y="59546"/>
                </a:lnTo>
                <a:lnTo>
                  <a:pt x="85725" y="42862"/>
                </a:lnTo>
                <a:close/>
              </a:path>
            </a:pathLst>
          </a:custGeom>
          <a:solidFill>
            <a:srgbClr val="BE2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715126" y="5960364"/>
            <a:ext cx="1784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0" dirty="0">
                <a:solidFill>
                  <a:srgbClr val="BE2D00"/>
                </a:solidFill>
                <a:latin typeface="Tahoma"/>
                <a:cs typeface="Tahoma"/>
              </a:rPr>
              <a:t>C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753226" y="4979987"/>
            <a:ext cx="85725" cy="957580"/>
          </a:xfrm>
          <a:custGeom>
            <a:avLst/>
            <a:gdLst/>
            <a:ahLst/>
            <a:cxnLst/>
            <a:rect l="l" t="t" r="r" b="b"/>
            <a:pathLst>
              <a:path w="85725" h="957579">
                <a:moveTo>
                  <a:pt x="28576" y="871537"/>
                </a:moveTo>
                <a:lnTo>
                  <a:pt x="1" y="871537"/>
                </a:lnTo>
                <a:lnTo>
                  <a:pt x="42863" y="957262"/>
                </a:lnTo>
                <a:lnTo>
                  <a:pt x="78582" y="885825"/>
                </a:lnTo>
                <a:lnTo>
                  <a:pt x="28576" y="885825"/>
                </a:lnTo>
                <a:lnTo>
                  <a:pt x="28576" y="871537"/>
                </a:lnTo>
                <a:close/>
              </a:path>
              <a:path w="85725" h="957579">
                <a:moveTo>
                  <a:pt x="28575" y="82840"/>
                </a:moveTo>
                <a:lnTo>
                  <a:pt x="28576" y="885825"/>
                </a:lnTo>
                <a:lnTo>
                  <a:pt x="57151" y="885825"/>
                </a:lnTo>
                <a:lnTo>
                  <a:pt x="57150" y="85725"/>
                </a:lnTo>
                <a:lnTo>
                  <a:pt x="42862" y="85725"/>
                </a:lnTo>
                <a:lnTo>
                  <a:pt x="28575" y="82840"/>
                </a:lnTo>
                <a:close/>
              </a:path>
              <a:path w="85725" h="957579">
                <a:moveTo>
                  <a:pt x="85726" y="871537"/>
                </a:moveTo>
                <a:lnTo>
                  <a:pt x="57151" y="871537"/>
                </a:lnTo>
                <a:lnTo>
                  <a:pt x="57151" y="885825"/>
                </a:lnTo>
                <a:lnTo>
                  <a:pt x="78582" y="885825"/>
                </a:lnTo>
                <a:lnTo>
                  <a:pt x="85726" y="871537"/>
                </a:lnTo>
                <a:close/>
              </a:path>
              <a:path w="85725" h="957579">
                <a:moveTo>
                  <a:pt x="57150" y="42862"/>
                </a:moveTo>
                <a:lnTo>
                  <a:pt x="28575" y="42862"/>
                </a:lnTo>
                <a:lnTo>
                  <a:pt x="28575" y="82840"/>
                </a:lnTo>
                <a:lnTo>
                  <a:pt x="42862" y="85725"/>
                </a:lnTo>
                <a:lnTo>
                  <a:pt x="57150" y="82840"/>
                </a:lnTo>
                <a:lnTo>
                  <a:pt x="57150" y="42862"/>
                </a:lnTo>
                <a:close/>
              </a:path>
              <a:path w="85725" h="957579">
                <a:moveTo>
                  <a:pt x="57150" y="82840"/>
                </a:moveTo>
                <a:lnTo>
                  <a:pt x="42862" y="85725"/>
                </a:lnTo>
                <a:lnTo>
                  <a:pt x="57150" y="85725"/>
                </a:lnTo>
                <a:lnTo>
                  <a:pt x="57150" y="82840"/>
                </a:lnTo>
                <a:close/>
              </a:path>
              <a:path w="85725" h="957579">
                <a:moveTo>
                  <a:pt x="42862" y="0"/>
                </a:moveTo>
                <a:lnTo>
                  <a:pt x="26178" y="3368"/>
                </a:lnTo>
                <a:lnTo>
                  <a:pt x="12554" y="12553"/>
                </a:lnTo>
                <a:lnTo>
                  <a:pt x="3368" y="26178"/>
                </a:lnTo>
                <a:lnTo>
                  <a:pt x="0" y="42862"/>
                </a:lnTo>
                <a:lnTo>
                  <a:pt x="3368" y="59546"/>
                </a:lnTo>
                <a:lnTo>
                  <a:pt x="12554" y="73170"/>
                </a:lnTo>
                <a:lnTo>
                  <a:pt x="26178" y="82356"/>
                </a:lnTo>
                <a:lnTo>
                  <a:pt x="28575" y="82840"/>
                </a:lnTo>
                <a:lnTo>
                  <a:pt x="28575" y="42862"/>
                </a:lnTo>
                <a:lnTo>
                  <a:pt x="85725" y="42862"/>
                </a:lnTo>
                <a:lnTo>
                  <a:pt x="82356" y="26178"/>
                </a:lnTo>
                <a:lnTo>
                  <a:pt x="73171" y="12553"/>
                </a:lnTo>
                <a:lnTo>
                  <a:pt x="59546" y="3368"/>
                </a:lnTo>
                <a:lnTo>
                  <a:pt x="42862" y="0"/>
                </a:lnTo>
                <a:close/>
              </a:path>
              <a:path w="85725" h="957579">
                <a:moveTo>
                  <a:pt x="85725" y="42862"/>
                </a:moveTo>
                <a:lnTo>
                  <a:pt x="57150" y="42862"/>
                </a:lnTo>
                <a:lnTo>
                  <a:pt x="57150" y="82840"/>
                </a:lnTo>
                <a:lnTo>
                  <a:pt x="59546" y="82356"/>
                </a:lnTo>
                <a:lnTo>
                  <a:pt x="73171" y="73170"/>
                </a:lnTo>
                <a:lnTo>
                  <a:pt x="82356" y="59546"/>
                </a:lnTo>
                <a:lnTo>
                  <a:pt x="85725" y="42862"/>
                </a:lnTo>
                <a:close/>
              </a:path>
            </a:pathLst>
          </a:custGeom>
          <a:solidFill>
            <a:srgbClr val="BE2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8534400" y="5960364"/>
            <a:ext cx="1981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0" dirty="0">
                <a:solidFill>
                  <a:srgbClr val="BE2D00"/>
                </a:solidFill>
                <a:latin typeface="Tahoma"/>
                <a:cs typeface="Tahoma"/>
              </a:rPr>
              <a:t>D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014614" y="4605413"/>
            <a:ext cx="6653530" cy="1332230"/>
            <a:chOff x="490614" y="4605413"/>
            <a:chExt cx="6653530" cy="1332230"/>
          </a:xfrm>
        </p:grpSpPr>
        <p:sp>
          <p:nvSpPr>
            <p:cNvPr id="49" name="object 49"/>
            <p:cNvSpPr/>
            <p:nvPr/>
          </p:nvSpPr>
          <p:spPr>
            <a:xfrm>
              <a:off x="7058024" y="4979987"/>
              <a:ext cx="85725" cy="957580"/>
            </a:xfrm>
            <a:custGeom>
              <a:avLst/>
              <a:gdLst/>
              <a:ahLst/>
              <a:cxnLst/>
              <a:rect l="l" t="t" r="r" b="b"/>
              <a:pathLst>
                <a:path w="85725" h="957579">
                  <a:moveTo>
                    <a:pt x="28576" y="871537"/>
                  </a:moveTo>
                  <a:lnTo>
                    <a:pt x="1" y="871537"/>
                  </a:lnTo>
                  <a:lnTo>
                    <a:pt x="42863" y="957262"/>
                  </a:lnTo>
                  <a:lnTo>
                    <a:pt x="78582" y="885825"/>
                  </a:lnTo>
                  <a:lnTo>
                    <a:pt x="28576" y="885825"/>
                  </a:lnTo>
                  <a:lnTo>
                    <a:pt x="28576" y="871537"/>
                  </a:lnTo>
                  <a:close/>
                </a:path>
                <a:path w="85725" h="957579">
                  <a:moveTo>
                    <a:pt x="28575" y="82840"/>
                  </a:moveTo>
                  <a:lnTo>
                    <a:pt x="28576" y="885825"/>
                  </a:lnTo>
                  <a:lnTo>
                    <a:pt x="57151" y="885825"/>
                  </a:lnTo>
                  <a:lnTo>
                    <a:pt x="57150" y="85725"/>
                  </a:lnTo>
                  <a:lnTo>
                    <a:pt x="42862" y="85725"/>
                  </a:lnTo>
                  <a:lnTo>
                    <a:pt x="28575" y="82840"/>
                  </a:lnTo>
                  <a:close/>
                </a:path>
                <a:path w="85725" h="957579">
                  <a:moveTo>
                    <a:pt x="85726" y="871537"/>
                  </a:moveTo>
                  <a:lnTo>
                    <a:pt x="57151" y="871537"/>
                  </a:lnTo>
                  <a:lnTo>
                    <a:pt x="57151" y="885825"/>
                  </a:lnTo>
                  <a:lnTo>
                    <a:pt x="78582" y="885825"/>
                  </a:lnTo>
                  <a:lnTo>
                    <a:pt x="85726" y="871537"/>
                  </a:lnTo>
                  <a:close/>
                </a:path>
                <a:path w="85725" h="957579">
                  <a:moveTo>
                    <a:pt x="57150" y="42862"/>
                  </a:moveTo>
                  <a:lnTo>
                    <a:pt x="28575" y="42862"/>
                  </a:lnTo>
                  <a:lnTo>
                    <a:pt x="28575" y="82840"/>
                  </a:lnTo>
                  <a:lnTo>
                    <a:pt x="42862" y="85725"/>
                  </a:lnTo>
                  <a:lnTo>
                    <a:pt x="57150" y="82840"/>
                  </a:lnTo>
                  <a:lnTo>
                    <a:pt x="57150" y="42862"/>
                  </a:lnTo>
                  <a:close/>
                </a:path>
                <a:path w="85725" h="957579">
                  <a:moveTo>
                    <a:pt x="57150" y="82840"/>
                  </a:moveTo>
                  <a:lnTo>
                    <a:pt x="42862" y="85725"/>
                  </a:lnTo>
                  <a:lnTo>
                    <a:pt x="57150" y="85725"/>
                  </a:lnTo>
                  <a:lnTo>
                    <a:pt x="57150" y="82840"/>
                  </a:lnTo>
                  <a:close/>
                </a:path>
                <a:path w="85725" h="957579">
                  <a:moveTo>
                    <a:pt x="42862" y="0"/>
                  </a:moveTo>
                  <a:lnTo>
                    <a:pt x="26178" y="3368"/>
                  </a:lnTo>
                  <a:lnTo>
                    <a:pt x="12554" y="12553"/>
                  </a:lnTo>
                  <a:lnTo>
                    <a:pt x="3368" y="26178"/>
                  </a:lnTo>
                  <a:lnTo>
                    <a:pt x="0" y="42862"/>
                  </a:lnTo>
                  <a:lnTo>
                    <a:pt x="3368" y="59546"/>
                  </a:lnTo>
                  <a:lnTo>
                    <a:pt x="12554" y="73170"/>
                  </a:lnTo>
                  <a:lnTo>
                    <a:pt x="26178" y="82356"/>
                  </a:lnTo>
                  <a:lnTo>
                    <a:pt x="28575" y="82840"/>
                  </a:lnTo>
                  <a:lnTo>
                    <a:pt x="28575" y="42862"/>
                  </a:lnTo>
                  <a:lnTo>
                    <a:pt x="85725" y="42862"/>
                  </a:lnTo>
                  <a:lnTo>
                    <a:pt x="82356" y="26178"/>
                  </a:lnTo>
                  <a:lnTo>
                    <a:pt x="73171" y="12553"/>
                  </a:lnTo>
                  <a:lnTo>
                    <a:pt x="59546" y="3368"/>
                  </a:lnTo>
                  <a:lnTo>
                    <a:pt x="42862" y="0"/>
                  </a:lnTo>
                  <a:close/>
                </a:path>
                <a:path w="85725" h="957579">
                  <a:moveTo>
                    <a:pt x="85725" y="42862"/>
                  </a:moveTo>
                  <a:lnTo>
                    <a:pt x="57150" y="42862"/>
                  </a:lnTo>
                  <a:lnTo>
                    <a:pt x="57150" y="82840"/>
                  </a:lnTo>
                  <a:lnTo>
                    <a:pt x="59546" y="82356"/>
                  </a:lnTo>
                  <a:lnTo>
                    <a:pt x="73171" y="73170"/>
                  </a:lnTo>
                  <a:lnTo>
                    <a:pt x="82356" y="59546"/>
                  </a:lnTo>
                  <a:lnTo>
                    <a:pt x="85725" y="42862"/>
                  </a:lnTo>
                  <a:close/>
                </a:path>
              </a:pathLst>
            </a:custGeom>
            <a:solidFill>
              <a:srgbClr val="BE2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90614" y="4605413"/>
              <a:ext cx="805180" cy="424180"/>
            </a:xfrm>
            <a:custGeom>
              <a:avLst/>
              <a:gdLst/>
              <a:ahLst/>
              <a:cxnLst/>
              <a:rect l="l" t="t" r="r" b="b"/>
              <a:pathLst>
                <a:path w="805180" h="424179">
                  <a:moveTo>
                    <a:pt x="721721" y="398227"/>
                  </a:moveTo>
                  <a:lnTo>
                    <a:pt x="708942" y="423786"/>
                  </a:lnTo>
                  <a:lnTo>
                    <a:pt x="804785" y="423786"/>
                  </a:lnTo>
                  <a:lnTo>
                    <a:pt x="790408" y="404616"/>
                  </a:lnTo>
                  <a:lnTo>
                    <a:pt x="734500" y="404616"/>
                  </a:lnTo>
                  <a:lnTo>
                    <a:pt x="721721" y="398227"/>
                  </a:lnTo>
                  <a:close/>
                </a:path>
                <a:path w="805180" h="424179">
                  <a:moveTo>
                    <a:pt x="734500" y="372669"/>
                  </a:moveTo>
                  <a:lnTo>
                    <a:pt x="721721" y="398227"/>
                  </a:lnTo>
                  <a:lnTo>
                    <a:pt x="734500" y="404616"/>
                  </a:lnTo>
                  <a:lnTo>
                    <a:pt x="747279" y="379059"/>
                  </a:lnTo>
                  <a:lnTo>
                    <a:pt x="734500" y="372669"/>
                  </a:lnTo>
                  <a:close/>
                </a:path>
                <a:path w="805180" h="424179">
                  <a:moveTo>
                    <a:pt x="747279" y="347111"/>
                  </a:moveTo>
                  <a:lnTo>
                    <a:pt x="734500" y="372669"/>
                  </a:lnTo>
                  <a:lnTo>
                    <a:pt x="747279" y="379059"/>
                  </a:lnTo>
                  <a:lnTo>
                    <a:pt x="734500" y="404616"/>
                  </a:lnTo>
                  <a:lnTo>
                    <a:pt x="790408" y="404616"/>
                  </a:lnTo>
                  <a:lnTo>
                    <a:pt x="747279" y="347111"/>
                  </a:lnTo>
                  <a:close/>
                </a:path>
                <a:path w="805180" h="424179">
                  <a:moveTo>
                    <a:pt x="84932" y="47885"/>
                  </a:moveTo>
                  <a:lnTo>
                    <a:pt x="81123" y="61954"/>
                  </a:lnTo>
                  <a:lnTo>
                    <a:pt x="72153" y="73443"/>
                  </a:lnTo>
                  <a:lnTo>
                    <a:pt x="721721" y="398227"/>
                  </a:lnTo>
                  <a:lnTo>
                    <a:pt x="734500" y="372669"/>
                  </a:lnTo>
                  <a:lnTo>
                    <a:pt x="84932" y="47885"/>
                  </a:lnTo>
                  <a:close/>
                </a:path>
                <a:path w="805180" h="424179">
                  <a:moveTo>
                    <a:pt x="45525" y="0"/>
                  </a:moveTo>
                  <a:lnTo>
                    <a:pt x="29231" y="2123"/>
                  </a:lnTo>
                  <a:lnTo>
                    <a:pt x="14922" y="10200"/>
                  </a:lnTo>
                  <a:lnTo>
                    <a:pt x="4448" y="23616"/>
                  </a:lnTo>
                  <a:lnTo>
                    <a:pt x="0" y="40045"/>
                  </a:lnTo>
                  <a:lnTo>
                    <a:pt x="2022" y="55564"/>
                  </a:lnTo>
                  <a:lnTo>
                    <a:pt x="2123" y="56340"/>
                  </a:lnTo>
                  <a:lnTo>
                    <a:pt x="10200" y="70649"/>
                  </a:lnTo>
                  <a:lnTo>
                    <a:pt x="23617" y="81123"/>
                  </a:lnTo>
                  <a:lnTo>
                    <a:pt x="40046" y="85572"/>
                  </a:lnTo>
                  <a:lnTo>
                    <a:pt x="56340" y="83448"/>
                  </a:lnTo>
                  <a:lnTo>
                    <a:pt x="70649" y="75370"/>
                  </a:lnTo>
                  <a:lnTo>
                    <a:pt x="72153" y="73443"/>
                  </a:lnTo>
                  <a:lnTo>
                    <a:pt x="36396" y="55564"/>
                  </a:lnTo>
                  <a:lnTo>
                    <a:pt x="49175" y="30007"/>
                  </a:lnTo>
                  <a:lnTo>
                    <a:pt x="83549" y="30007"/>
                  </a:lnTo>
                  <a:lnTo>
                    <a:pt x="83448" y="29231"/>
                  </a:lnTo>
                  <a:lnTo>
                    <a:pt x="75370" y="14922"/>
                  </a:lnTo>
                  <a:lnTo>
                    <a:pt x="61954" y="4448"/>
                  </a:lnTo>
                  <a:lnTo>
                    <a:pt x="45525" y="0"/>
                  </a:lnTo>
                  <a:close/>
                </a:path>
                <a:path w="805180" h="424179">
                  <a:moveTo>
                    <a:pt x="49175" y="30007"/>
                  </a:moveTo>
                  <a:lnTo>
                    <a:pt x="36396" y="55564"/>
                  </a:lnTo>
                  <a:lnTo>
                    <a:pt x="72153" y="73443"/>
                  </a:lnTo>
                  <a:lnTo>
                    <a:pt x="81123" y="61954"/>
                  </a:lnTo>
                  <a:lnTo>
                    <a:pt x="84932" y="47885"/>
                  </a:lnTo>
                  <a:lnTo>
                    <a:pt x="49175" y="30007"/>
                  </a:lnTo>
                  <a:close/>
                </a:path>
                <a:path w="805180" h="424179">
                  <a:moveTo>
                    <a:pt x="83549" y="30007"/>
                  </a:moveTo>
                  <a:lnTo>
                    <a:pt x="49175" y="30007"/>
                  </a:lnTo>
                  <a:lnTo>
                    <a:pt x="84932" y="47885"/>
                  </a:lnTo>
                  <a:lnTo>
                    <a:pt x="85571" y="45525"/>
                  </a:lnTo>
                  <a:lnTo>
                    <a:pt x="83549" y="30007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10201275" y="4858732"/>
            <a:ext cx="234950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950" b="1" spc="500" dirty="0">
                <a:solidFill>
                  <a:srgbClr val="40458C"/>
                </a:solidFill>
                <a:latin typeface="Arial"/>
                <a:cs typeface="Arial"/>
              </a:rPr>
              <a:t>0</a:t>
            </a:r>
            <a:endParaRPr sz="1950">
              <a:latin typeface="Arial"/>
              <a:cs typeface="Arial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xfrm>
            <a:off x="349567" y="6432717"/>
            <a:ext cx="3215004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40458C"/>
                </a:solidFill>
                <a:latin typeface="Tahoma"/>
                <a:cs typeface="Tahom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/>
              <a:t>©</a:t>
            </a:r>
            <a:r>
              <a:rPr lang="en-US" spc="-30"/>
              <a:t> </a:t>
            </a:r>
            <a:r>
              <a:rPr lang="en-US"/>
              <a:t>2014</a:t>
            </a:r>
            <a:r>
              <a:rPr lang="en-US" spc="-30"/>
              <a:t> </a:t>
            </a:r>
            <a:r>
              <a:rPr lang="en-US"/>
              <a:t>Goodrich,</a:t>
            </a:r>
            <a:r>
              <a:rPr lang="en-US" spc="-25"/>
              <a:t> </a:t>
            </a:r>
            <a:r>
              <a:rPr lang="en-US" spc="-20"/>
              <a:t>Tamassia,</a:t>
            </a:r>
            <a:r>
              <a:rPr lang="en-US" spc="-25"/>
              <a:t> </a:t>
            </a:r>
            <a:r>
              <a:rPr lang="en-US" spc="-10"/>
              <a:t>Goldwasser</a:t>
            </a:r>
            <a:endParaRPr spc="-10" dirty="0"/>
          </a:p>
        </p:txBody>
      </p:sp>
      <p:sp>
        <p:nvSpPr>
          <p:cNvPr id="54" name="object 54"/>
          <p:cNvSpPr txBox="1">
            <a:spLocks noGrp="1"/>
          </p:cNvSpPr>
          <p:nvPr>
            <p:ph type="dt" sz="half" idx="6"/>
          </p:nvPr>
        </p:nvSpPr>
        <p:spPr>
          <a:xfrm>
            <a:off x="3842543" y="6432717"/>
            <a:ext cx="1458595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40458C"/>
                </a:solidFill>
                <a:latin typeface="Tahoma"/>
                <a:cs typeface="Tahom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/>
              <a:t>Singly</a:t>
            </a:r>
            <a:r>
              <a:rPr lang="en-US" spc="-50"/>
              <a:t> </a:t>
            </a:r>
            <a:r>
              <a:rPr lang="en-US"/>
              <a:t>Linked</a:t>
            </a:r>
            <a:r>
              <a:rPr lang="en-US" spc="-45"/>
              <a:t> </a:t>
            </a:r>
            <a:r>
              <a:rPr lang="en-US" spc="-20"/>
              <a:t>Lists</a:t>
            </a:r>
            <a:endParaRPr spc="-20" dirty="0"/>
          </a:p>
        </p:txBody>
      </p:sp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xfrm>
            <a:off x="8230552" y="6432717"/>
            <a:ext cx="186054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40458C"/>
                </a:solidFill>
                <a:latin typeface="Tahoma"/>
                <a:cs typeface="Tahoma"/>
              </a:defRPr>
            </a:lvl1pPr>
          </a:lstStyle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0" smtClean="0"/>
              <a:pPr marL="38100">
                <a:spcBef>
                  <a:spcPts val="100"/>
                </a:spcBef>
              </a:pPr>
              <a:t>3</a:t>
            </a:fld>
            <a:endParaRPr spc="-50" dirty="0"/>
          </a:p>
        </p:txBody>
      </p:sp>
      <p:sp>
        <p:nvSpPr>
          <p:cNvPr id="52" name="object 52"/>
          <p:cNvSpPr txBox="1"/>
          <p:nvPr/>
        </p:nvSpPr>
        <p:spPr>
          <a:xfrm>
            <a:off x="1801018" y="4299204"/>
            <a:ext cx="5740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head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Singly Linked Lists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DE2E0D-BB3B-6B4D-A10D-9B9329B9DFAA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A Nested Node Class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600200"/>
            <a:ext cx="8287879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Singly Linked Lists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DE2E0D-BB3B-6B4D-A10D-9B9329B9DFAA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>
                <a:cs typeface="+mj-cs"/>
              </a:rPr>
              <a:t>Accessor</a:t>
            </a:r>
            <a:r>
              <a:rPr lang="en-US" dirty="0">
                <a:cs typeface="+mj-cs"/>
              </a:rPr>
              <a:t> Methods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676400"/>
            <a:ext cx="7315200" cy="427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46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9101" y="1600201"/>
            <a:ext cx="6110922" cy="419634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33600" y="501172"/>
            <a:ext cx="109728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Inserting</a:t>
            </a:r>
            <a:r>
              <a:rPr spc="-45" dirty="0"/>
              <a:t> </a:t>
            </a:r>
            <a:r>
              <a:rPr dirty="0"/>
              <a:t>at</a:t>
            </a:r>
            <a:r>
              <a:rPr spc="-5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20" dirty="0"/>
              <a:t>Head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49567" y="6432717"/>
            <a:ext cx="3215004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40458C"/>
                </a:solidFill>
                <a:latin typeface="Tahoma"/>
                <a:cs typeface="Tahom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/>
              <a:t>©</a:t>
            </a:r>
            <a:r>
              <a:rPr lang="en-US" spc="-30"/>
              <a:t> </a:t>
            </a:r>
            <a:r>
              <a:rPr lang="en-US"/>
              <a:t>2014</a:t>
            </a:r>
            <a:r>
              <a:rPr lang="en-US" spc="-30"/>
              <a:t> </a:t>
            </a:r>
            <a:r>
              <a:rPr lang="en-US"/>
              <a:t>Goodrich,</a:t>
            </a:r>
            <a:r>
              <a:rPr lang="en-US" spc="-25"/>
              <a:t> </a:t>
            </a:r>
            <a:r>
              <a:rPr lang="en-US" spc="-20"/>
              <a:t>Tamassia,</a:t>
            </a:r>
            <a:r>
              <a:rPr lang="en-US" spc="-25"/>
              <a:t> </a:t>
            </a:r>
            <a:r>
              <a:rPr lang="en-US" spc="-10"/>
              <a:t>Goldwasser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3842543" y="6432717"/>
            <a:ext cx="1458595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40458C"/>
                </a:solidFill>
                <a:latin typeface="Tahoma"/>
                <a:cs typeface="Tahom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/>
              <a:t>Singly</a:t>
            </a:r>
            <a:r>
              <a:rPr lang="en-US" spc="-50"/>
              <a:t> </a:t>
            </a:r>
            <a:r>
              <a:rPr lang="en-US"/>
              <a:t>Linked</a:t>
            </a:r>
            <a:r>
              <a:rPr lang="en-US" spc="-45"/>
              <a:t> </a:t>
            </a:r>
            <a:r>
              <a:rPr lang="en-US" spc="-20"/>
              <a:t>Lists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230552" y="6432717"/>
            <a:ext cx="186054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40458C"/>
                </a:solidFill>
                <a:latin typeface="Tahoma"/>
                <a:cs typeface="Tahoma"/>
              </a:defRPr>
            </a:lvl1pPr>
          </a:lstStyle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0" smtClean="0"/>
              <a:pPr marL="38100">
                <a:spcBef>
                  <a:spcPts val="100"/>
                </a:spcBef>
              </a:pPr>
              <a:t>6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2212340" y="1632205"/>
            <a:ext cx="2317750" cy="421957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55600" marR="108585" indent="-342900">
              <a:lnSpc>
                <a:spcPts val="3100"/>
              </a:lnSpc>
              <a:spcBef>
                <a:spcPts val="219"/>
              </a:spcBef>
              <a:buClr>
                <a:srgbClr val="6F89F7"/>
              </a:buClr>
              <a:buSzPct val="111538"/>
              <a:buFont typeface="Arial"/>
              <a:buChar char="•"/>
              <a:tabLst>
                <a:tab pos="355600" algn="l"/>
              </a:tabLst>
            </a:pPr>
            <a:r>
              <a:rPr sz="2600" dirty="0">
                <a:solidFill>
                  <a:srgbClr val="40458C"/>
                </a:solidFill>
                <a:latin typeface="Tahoma"/>
                <a:cs typeface="Tahoma"/>
              </a:rPr>
              <a:t>Allocate</a:t>
            </a:r>
            <a:r>
              <a:rPr sz="2600" spc="-7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40458C"/>
                </a:solidFill>
                <a:latin typeface="Tahoma"/>
                <a:cs typeface="Tahoma"/>
              </a:rPr>
              <a:t>new </a:t>
            </a:r>
            <a:r>
              <a:rPr sz="2600" spc="-20" dirty="0">
                <a:solidFill>
                  <a:srgbClr val="40458C"/>
                </a:solidFill>
                <a:latin typeface="Tahoma"/>
                <a:cs typeface="Tahoma"/>
              </a:rPr>
              <a:t>node</a:t>
            </a:r>
            <a:endParaRPr sz="2600">
              <a:latin typeface="Tahoma"/>
              <a:cs typeface="Tahoma"/>
            </a:endParaRPr>
          </a:p>
          <a:p>
            <a:pPr marL="355600" marR="389255" indent="-342900">
              <a:lnSpc>
                <a:spcPts val="3100"/>
              </a:lnSpc>
              <a:spcBef>
                <a:spcPts val="710"/>
              </a:spcBef>
              <a:buClr>
                <a:srgbClr val="6F89F7"/>
              </a:buClr>
              <a:buSzPct val="111538"/>
              <a:buFont typeface="Arial"/>
              <a:buChar char="•"/>
              <a:tabLst>
                <a:tab pos="355600" algn="l"/>
              </a:tabLst>
            </a:pPr>
            <a:r>
              <a:rPr sz="2600" dirty="0">
                <a:solidFill>
                  <a:srgbClr val="40458C"/>
                </a:solidFill>
                <a:latin typeface="Tahoma"/>
                <a:cs typeface="Tahoma"/>
              </a:rPr>
              <a:t>Insert</a:t>
            </a:r>
            <a:r>
              <a:rPr sz="2600" spc="-5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40458C"/>
                </a:solidFill>
                <a:latin typeface="Tahoma"/>
                <a:cs typeface="Tahoma"/>
              </a:rPr>
              <a:t>new </a:t>
            </a:r>
            <a:r>
              <a:rPr sz="2600" spc="-10" dirty="0">
                <a:solidFill>
                  <a:srgbClr val="40458C"/>
                </a:solidFill>
                <a:latin typeface="Tahoma"/>
                <a:cs typeface="Tahoma"/>
              </a:rPr>
              <a:t>element</a:t>
            </a:r>
            <a:endParaRPr sz="2600">
              <a:latin typeface="Tahoma"/>
              <a:cs typeface="Tahoma"/>
            </a:endParaRPr>
          </a:p>
          <a:p>
            <a:pPr marL="355600" marR="5080" indent="-342900">
              <a:lnSpc>
                <a:spcPct val="101200"/>
              </a:lnSpc>
              <a:spcBef>
                <a:spcPts val="434"/>
              </a:spcBef>
              <a:buClr>
                <a:srgbClr val="6F89F7"/>
              </a:buClr>
              <a:buSzPct val="111538"/>
              <a:buFont typeface="Arial"/>
              <a:buChar char="•"/>
              <a:tabLst>
                <a:tab pos="355600" algn="l"/>
              </a:tabLst>
            </a:pPr>
            <a:r>
              <a:rPr sz="2600" dirty="0">
                <a:solidFill>
                  <a:srgbClr val="40458C"/>
                </a:solidFill>
                <a:latin typeface="Tahoma"/>
                <a:cs typeface="Tahoma"/>
              </a:rPr>
              <a:t>Have</a:t>
            </a:r>
            <a:r>
              <a:rPr sz="26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40458C"/>
                </a:solidFill>
                <a:latin typeface="Tahoma"/>
                <a:cs typeface="Tahoma"/>
              </a:rPr>
              <a:t>new </a:t>
            </a:r>
            <a:r>
              <a:rPr sz="2600" dirty="0">
                <a:solidFill>
                  <a:srgbClr val="40458C"/>
                </a:solidFill>
                <a:latin typeface="Tahoma"/>
                <a:cs typeface="Tahoma"/>
              </a:rPr>
              <a:t>node</a:t>
            </a:r>
            <a:r>
              <a:rPr sz="2600" spc="-6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40458C"/>
                </a:solidFill>
                <a:latin typeface="Tahoma"/>
                <a:cs typeface="Tahoma"/>
              </a:rPr>
              <a:t>point</a:t>
            </a:r>
            <a:r>
              <a:rPr sz="2600" spc="-4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40458C"/>
                </a:solidFill>
                <a:latin typeface="Tahoma"/>
                <a:cs typeface="Tahoma"/>
              </a:rPr>
              <a:t>to </a:t>
            </a:r>
            <a:r>
              <a:rPr sz="2600" dirty="0">
                <a:solidFill>
                  <a:srgbClr val="40458C"/>
                </a:solidFill>
                <a:latin typeface="Tahoma"/>
                <a:cs typeface="Tahoma"/>
              </a:rPr>
              <a:t>old</a:t>
            </a:r>
            <a:r>
              <a:rPr sz="26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40458C"/>
                </a:solidFill>
                <a:latin typeface="Tahoma"/>
                <a:cs typeface="Tahoma"/>
              </a:rPr>
              <a:t>head</a:t>
            </a:r>
            <a:endParaRPr sz="2600">
              <a:latin typeface="Tahoma"/>
              <a:cs typeface="Tahoma"/>
            </a:endParaRPr>
          </a:p>
          <a:p>
            <a:pPr marL="355600" marR="99695" indent="-342900">
              <a:lnSpc>
                <a:spcPts val="3100"/>
              </a:lnSpc>
              <a:spcBef>
                <a:spcPts val="690"/>
              </a:spcBef>
              <a:buClr>
                <a:srgbClr val="6F89F7"/>
              </a:buClr>
              <a:buSzPct val="111538"/>
              <a:buFont typeface="Arial"/>
              <a:buChar char="•"/>
              <a:tabLst>
                <a:tab pos="355600" algn="l"/>
              </a:tabLst>
            </a:pPr>
            <a:r>
              <a:rPr sz="2600" dirty="0">
                <a:solidFill>
                  <a:srgbClr val="40458C"/>
                </a:solidFill>
                <a:latin typeface="Tahoma"/>
                <a:cs typeface="Tahoma"/>
              </a:rPr>
              <a:t>Update</a:t>
            </a:r>
            <a:r>
              <a:rPr sz="2600" spc="-4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40458C"/>
                </a:solidFill>
                <a:latin typeface="Tahoma"/>
                <a:cs typeface="Tahoma"/>
              </a:rPr>
              <a:t>head </a:t>
            </a:r>
            <a:r>
              <a:rPr sz="2600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2600" spc="-4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40458C"/>
                </a:solidFill>
                <a:latin typeface="Tahoma"/>
                <a:cs typeface="Tahoma"/>
              </a:rPr>
              <a:t>point</a:t>
            </a:r>
            <a:r>
              <a:rPr sz="26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40458C"/>
                </a:solidFill>
                <a:latin typeface="Tahoma"/>
                <a:cs typeface="Tahoma"/>
              </a:rPr>
              <a:t>to </a:t>
            </a:r>
            <a:r>
              <a:rPr sz="2600" dirty="0">
                <a:solidFill>
                  <a:srgbClr val="40458C"/>
                </a:solidFill>
                <a:latin typeface="Tahoma"/>
                <a:cs typeface="Tahoma"/>
              </a:rPr>
              <a:t>new</a:t>
            </a:r>
            <a:r>
              <a:rPr sz="26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40458C"/>
                </a:solidFill>
                <a:latin typeface="Tahoma"/>
                <a:cs typeface="Tahoma"/>
              </a:rPr>
              <a:t>node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1069" y="1619117"/>
            <a:ext cx="6260731" cy="394348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33600" y="501172"/>
            <a:ext cx="109728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Inserting</a:t>
            </a:r>
            <a:r>
              <a:rPr spc="-45" dirty="0"/>
              <a:t> </a:t>
            </a:r>
            <a:r>
              <a:rPr dirty="0"/>
              <a:t>at</a:t>
            </a:r>
            <a:r>
              <a:rPr spc="-5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20" dirty="0"/>
              <a:t>Tail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49567" y="6432717"/>
            <a:ext cx="3215004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40458C"/>
                </a:solidFill>
                <a:latin typeface="Tahoma"/>
                <a:cs typeface="Tahom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/>
              <a:t>©</a:t>
            </a:r>
            <a:r>
              <a:rPr lang="en-US" spc="-30"/>
              <a:t> </a:t>
            </a:r>
            <a:r>
              <a:rPr lang="en-US"/>
              <a:t>2014</a:t>
            </a:r>
            <a:r>
              <a:rPr lang="en-US" spc="-30"/>
              <a:t> </a:t>
            </a:r>
            <a:r>
              <a:rPr lang="en-US"/>
              <a:t>Goodrich,</a:t>
            </a:r>
            <a:r>
              <a:rPr lang="en-US" spc="-25"/>
              <a:t> </a:t>
            </a:r>
            <a:r>
              <a:rPr lang="en-US" spc="-20"/>
              <a:t>Tamassia,</a:t>
            </a:r>
            <a:r>
              <a:rPr lang="en-US" spc="-25"/>
              <a:t> </a:t>
            </a:r>
            <a:r>
              <a:rPr lang="en-US" spc="-10"/>
              <a:t>Goldwasser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3842543" y="6432717"/>
            <a:ext cx="1458595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40458C"/>
                </a:solidFill>
                <a:latin typeface="Tahoma"/>
                <a:cs typeface="Tahom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/>
              <a:t>Singly</a:t>
            </a:r>
            <a:r>
              <a:rPr lang="en-US" spc="-50"/>
              <a:t> </a:t>
            </a:r>
            <a:r>
              <a:rPr lang="en-US"/>
              <a:t>Linked</a:t>
            </a:r>
            <a:r>
              <a:rPr lang="en-US" spc="-45"/>
              <a:t> </a:t>
            </a:r>
            <a:r>
              <a:rPr lang="en-US" spc="-20"/>
              <a:t>Lists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230552" y="6432717"/>
            <a:ext cx="186054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40458C"/>
                </a:solidFill>
                <a:latin typeface="Tahoma"/>
                <a:cs typeface="Tahoma"/>
              </a:defRPr>
            </a:lvl1pPr>
          </a:lstStyle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0" smtClean="0"/>
              <a:pPr marL="38100">
                <a:spcBef>
                  <a:spcPts val="100"/>
                </a:spcBef>
              </a:pPr>
              <a:t>7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2288540" y="1603755"/>
            <a:ext cx="2481580" cy="397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 marR="501650" indent="-163195">
              <a:lnSpc>
                <a:spcPct val="109100"/>
              </a:lnSpc>
              <a:spcBef>
                <a:spcPts val="100"/>
              </a:spcBef>
              <a:buClr>
                <a:srgbClr val="6F89F7"/>
              </a:buClr>
              <a:buSzPct val="109090"/>
              <a:buFont typeface="Arial"/>
              <a:buChar char="•"/>
              <a:tabLst>
                <a:tab pos="177165" algn="l"/>
              </a:tabLst>
            </a:pP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Allocate</a:t>
            </a:r>
            <a:r>
              <a:rPr sz="2200" spc="-4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2200" spc="-5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spc="-25" dirty="0">
                <a:solidFill>
                  <a:srgbClr val="40458C"/>
                </a:solidFill>
                <a:latin typeface="Tahoma"/>
                <a:cs typeface="Tahoma"/>
              </a:rPr>
              <a:t>new 	</a:t>
            </a:r>
            <a:r>
              <a:rPr sz="2200" spc="-20" dirty="0">
                <a:solidFill>
                  <a:srgbClr val="40458C"/>
                </a:solidFill>
                <a:latin typeface="Tahoma"/>
                <a:cs typeface="Tahoma"/>
              </a:rPr>
              <a:t>node</a:t>
            </a:r>
            <a:endParaRPr sz="2200">
              <a:latin typeface="Tahoma"/>
              <a:cs typeface="Tahoma"/>
            </a:endParaRPr>
          </a:p>
          <a:p>
            <a:pPr marL="175895" marR="970915" indent="-163195">
              <a:lnSpc>
                <a:spcPct val="110000"/>
              </a:lnSpc>
              <a:spcBef>
                <a:spcPts val="500"/>
              </a:spcBef>
              <a:buClr>
                <a:srgbClr val="6F89F7"/>
              </a:buClr>
              <a:buSzPct val="109090"/>
              <a:buFont typeface="Arial"/>
              <a:buChar char="•"/>
              <a:tabLst>
                <a:tab pos="177165" algn="l"/>
              </a:tabLst>
            </a:pP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Insert</a:t>
            </a:r>
            <a:r>
              <a:rPr sz="2200" spc="-4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spc="-25" dirty="0">
                <a:solidFill>
                  <a:srgbClr val="40458C"/>
                </a:solidFill>
                <a:latin typeface="Tahoma"/>
                <a:cs typeface="Tahoma"/>
              </a:rPr>
              <a:t>new 	</a:t>
            </a:r>
            <a:r>
              <a:rPr sz="2200" spc="-10" dirty="0">
                <a:solidFill>
                  <a:srgbClr val="40458C"/>
                </a:solidFill>
                <a:latin typeface="Tahoma"/>
                <a:cs typeface="Tahoma"/>
              </a:rPr>
              <a:t>element</a:t>
            </a:r>
            <a:endParaRPr sz="2200">
              <a:latin typeface="Tahoma"/>
              <a:cs typeface="Tahoma"/>
            </a:endParaRPr>
          </a:p>
          <a:p>
            <a:pPr marL="175895" marR="379095" indent="-163195">
              <a:lnSpc>
                <a:spcPct val="110000"/>
              </a:lnSpc>
              <a:spcBef>
                <a:spcPts val="600"/>
              </a:spcBef>
              <a:buClr>
                <a:srgbClr val="6F89F7"/>
              </a:buClr>
              <a:buSzPct val="109090"/>
              <a:buFont typeface="Arial"/>
              <a:buChar char="•"/>
              <a:tabLst>
                <a:tab pos="177165" algn="l"/>
              </a:tabLst>
            </a:pP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Have</a:t>
            </a:r>
            <a:r>
              <a:rPr sz="22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new</a:t>
            </a:r>
            <a:r>
              <a:rPr sz="22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spc="-20" dirty="0">
                <a:solidFill>
                  <a:srgbClr val="40458C"/>
                </a:solidFill>
                <a:latin typeface="Tahoma"/>
                <a:cs typeface="Tahoma"/>
              </a:rPr>
              <a:t>node 	</a:t>
            </a: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point</a:t>
            </a:r>
            <a:r>
              <a:rPr sz="22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22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spc="-20" dirty="0">
                <a:solidFill>
                  <a:srgbClr val="40458C"/>
                </a:solidFill>
                <a:latin typeface="Tahoma"/>
                <a:cs typeface="Tahoma"/>
              </a:rPr>
              <a:t>null</a:t>
            </a:r>
            <a:endParaRPr sz="2200">
              <a:latin typeface="Tahoma"/>
              <a:cs typeface="Tahoma"/>
            </a:endParaRPr>
          </a:p>
          <a:p>
            <a:pPr marL="175895" marR="5080" indent="-163195">
              <a:lnSpc>
                <a:spcPct val="110000"/>
              </a:lnSpc>
              <a:spcBef>
                <a:spcPts val="480"/>
              </a:spcBef>
              <a:buClr>
                <a:srgbClr val="6F89F7"/>
              </a:buClr>
              <a:buSzPct val="109090"/>
              <a:buFont typeface="Arial"/>
              <a:buChar char="•"/>
              <a:tabLst>
                <a:tab pos="177165" algn="l"/>
              </a:tabLst>
            </a:pP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Have</a:t>
            </a:r>
            <a:r>
              <a:rPr sz="22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old</a:t>
            </a:r>
            <a:r>
              <a:rPr sz="22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last</a:t>
            </a:r>
            <a:r>
              <a:rPr sz="22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spc="-20" dirty="0">
                <a:solidFill>
                  <a:srgbClr val="40458C"/>
                </a:solidFill>
                <a:latin typeface="Tahoma"/>
                <a:cs typeface="Tahoma"/>
              </a:rPr>
              <a:t>node 	</a:t>
            </a: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point</a:t>
            </a:r>
            <a:r>
              <a:rPr sz="22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22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new</a:t>
            </a:r>
            <a:r>
              <a:rPr sz="22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spc="-20" dirty="0">
                <a:solidFill>
                  <a:srgbClr val="40458C"/>
                </a:solidFill>
                <a:latin typeface="Tahoma"/>
                <a:cs typeface="Tahoma"/>
              </a:rPr>
              <a:t>node</a:t>
            </a:r>
            <a:endParaRPr sz="2200">
              <a:latin typeface="Tahoma"/>
              <a:cs typeface="Tahoma"/>
            </a:endParaRPr>
          </a:p>
          <a:p>
            <a:pPr marL="175895" marR="50800" indent="-163195">
              <a:lnSpc>
                <a:spcPct val="110000"/>
              </a:lnSpc>
              <a:spcBef>
                <a:spcPts val="505"/>
              </a:spcBef>
              <a:buClr>
                <a:srgbClr val="6F89F7"/>
              </a:buClr>
              <a:buSzPct val="109090"/>
              <a:buFont typeface="Arial"/>
              <a:buChar char="•"/>
              <a:tabLst>
                <a:tab pos="177165" algn="l"/>
              </a:tabLst>
            </a:pP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Update</a:t>
            </a:r>
            <a:r>
              <a:rPr sz="22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tail</a:t>
            </a:r>
            <a:r>
              <a:rPr sz="2200" spc="-35" dirty="0">
                <a:solidFill>
                  <a:srgbClr val="40458C"/>
                </a:solidFill>
                <a:latin typeface="Tahoma"/>
                <a:cs typeface="Tahoma"/>
              </a:rPr>
              <a:t> to 	</a:t>
            </a: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point</a:t>
            </a:r>
            <a:r>
              <a:rPr sz="22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22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new</a:t>
            </a:r>
            <a:r>
              <a:rPr sz="22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spc="-20" dirty="0">
                <a:solidFill>
                  <a:srgbClr val="40458C"/>
                </a:solidFill>
                <a:latin typeface="Tahoma"/>
                <a:cs typeface="Tahoma"/>
              </a:rPr>
              <a:t>node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Singly Linked Lists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DE2E0D-BB3B-6B4D-A10D-9B9329B9DFAA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br>
              <a:rPr lang="en-US" dirty="0">
                <a:cs typeface="+mj-cs"/>
              </a:rPr>
            </a:br>
            <a:br>
              <a:rPr lang="en-US" dirty="0">
                <a:cs typeface="+mj-cs"/>
              </a:rPr>
            </a:br>
            <a:r>
              <a:rPr lang="en-US" dirty="0">
                <a:cs typeface="+mj-cs"/>
              </a:rPr>
              <a:t>Java Methods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905000"/>
            <a:ext cx="7567712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860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2417" y="1524002"/>
            <a:ext cx="6346982" cy="443455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33600" y="501172"/>
            <a:ext cx="109728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Removing</a:t>
            </a:r>
            <a:r>
              <a:rPr spc="-50" dirty="0"/>
              <a:t> </a:t>
            </a:r>
            <a:r>
              <a:rPr dirty="0"/>
              <a:t>at</a:t>
            </a:r>
            <a:r>
              <a:rPr spc="-5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20" dirty="0"/>
              <a:t>Head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49567" y="6432717"/>
            <a:ext cx="3215004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40458C"/>
                </a:solidFill>
                <a:latin typeface="Tahoma"/>
                <a:cs typeface="Tahom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/>
              <a:t>©</a:t>
            </a:r>
            <a:r>
              <a:rPr lang="en-US" spc="-30"/>
              <a:t> </a:t>
            </a:r>
            <a:r>
              <a:rPr lang="en-US"/>
              <a:t>2014</a:t>
            </a:r>
            <a:r>
              <a:rPr lang="en-US" spc="-30"/>
              <a:t> </a:t>
            </a:r>
            <a:r>
              <a:rPr lang="en-US"/>
              <a:t>Goodrich,</a:t>
            </a:r>
            <a:r>
              <a:rPr lang="en-US" spc="-25"/>
              <a:t> </a:t>
            </a:r>
            <a:r>
              <a:rPr lang="en-US" spc="-20"/>
              <a:t>Tamassia,</a:t>
            </a:r>
            <a:r>
              <a:rPr lang="en-US" spc="-25"/>
              <a:t> </a:t>
            </a:r>
            <a:r>
              <a:rPr lang="en-US" spc="-10"/>
              <a:t>Goldwasser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3842543" y="6432717"/>
            <a:ext cx="1458595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40458C"/>
                </a:solidFill>
                <a:latin typeface="Tahoma"/>
                <a:cs typeface="Tahom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/>
              <a:t>Singly</a:t>
            </a:r>
            <a:r>
              <a:rPr lang="en-US" spc="-50"/>
              <a:t> </a:t>
            </a:r>
            <a:r>
              <a:rPr lang="en-US"/>
              <a:t>Linked</a:t>
            </a:r>
            <a:r>
              <a:rPr lang="en-US" spc="-45"/>
              <a:t> </a:t>
            </a:r>
            <a:r>
              <a:rPr lang="en-US" spc="-20"/>
              <a:t>Lists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230552" y="6432717"/>
            <a:ext cx="186054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40458C"/>
                </a:solidFill>
                <a:latin typeface="Tahoma"/>
                <a:cs typeface="Tahoma"/>
              </a:defRPr>
            </a:lvl1pPr>
          </a:lstStyle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0" smtClean="0"/>
              <a:pPr marL="38100">
                <a:spcBef>
                  <a:spcPts val="100"/>
                </a:spcBef>
              </a:pPr>
              <a:t>9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2288540" y="1832356"/>
            <a:ext cx="1936750" cy="37687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5600" marR="5080" indent="-342900">
              <a:lnSpc>
                <a:spcPct val="109700"/>
              </a:lnSpc>
              <a:spcBef>
                <a:spcPts val="80"/>
              </a:spcBef>
              <a:buClr>
                <a:srgbClr val="6F89F7"/>
              </a:buClr>
              <a:buSzPct val="109090"/>
              <a:buFont typeface="Arial"/>
              <a:buChar char="•"/>
              <a:tabLst>
                <a:tab pos="355600" algn="l"/>
              </a:tabLst>
            </a:pP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Update</a:t>
            </a:r>
            <a:r>
              <a:rPr sz="2200" spc="-4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spc="-20" dirty="0">
                <a:solidFill>
                  <a:srgbClr val="40458C"/>
                </a:solidFill>
                <a:latin typeface="Tahoma"/>
                <a:cs typeface="Tahoma"/>
              </a:rPr>
              <a:t>head </a:t>
            </a: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22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point</a:t>
            </a:r>
            <a:r>
              <a:rPr sz="2200" spc="-25" dirty="0">
                <a:solidFill>
                  <a:srgbClr val="40458C"/>
                </a:solidFill>
                <a:latin typeface="Tahoma"/>
                <a:cs typeface="Tahoma"/>
              </a:rPr>
              <a:t> to </a:t>
            </a: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next</a:t>
            </a:r>
            <a:r>
              <a:rPr sz="2200" spc="-4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node</a:t>
            </a:r>
            <a:r>
              <a:rPr sz="22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spc="-25" dirty="0">
                <a:solidFill>
                  <a:srgbClr val="40458C"/>
                </a:solidFill>
                <a:latin typeface="Tahoma"/>
                <a:cs typeface="Tahoma"/>
              </a:rPr>
              <a:t>in </a:t>
            </a: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2200" spc="-20" dirty="0">
                <a:solidFill>
                  <a:srgbClr val="40458C"/>
                </a:solidFill>
                <a:latin typeface="Tahoma"/>
                <a:cs typeface="Tahoma"/>
              </a:rPr>
              <a:t> list</a:t>
            </a:r>
            <a:endParaRPr sz="2200">
              <a:latin typeface="Tahoma"/>
              <a:cs typeface="Tahoma"/>
            </a:endParaRPr>
          </a:p>
          <a:p>
            <a:pPr marL="355600" marR="189865" indent="-342900">
              <a:lnSpc>
                <a:spcPct val="109800"/>
              </a:lnSpc>
              <a:spcBef>
                <a:spcPts val="509"/>
              </a:spcBef>
              <a:buClr>
                <a:srgbClr val="6F89F7"/>
              </a:buClr>
              <a:buSzPct val="109090"/>
              <a:buFont typeface="Arial"/>
              <a:buChar char="•"/>
              <a:tabLst>
                <a:tab pos="355600" algn="l"/>
              </a:tabLst>
            </a:pPr>
            <a:r>
              <a:rPr sz="2200" spc="-10" dirty="0">
                <a:solidFill>
                  <a:srgbClr val="40458C"/>
                </a:solidFill>
                <a:latin typeface="Tahoma"/>
                <a:cs typeface="Tahoma"/>
              </a:rPr>
              <a:t>Allow garbage </a:t>
            </a: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collector</a:t>
            </a:r>
            <a:r>
              <a:rPr sz="2200" spc="-8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spc="-25" dirty="0">
                <a:solidFill>
                  <a:srgbClr val="40458C"/>
                </a:solidFill>
                <a:latin typeface="Tahoma"/>
                <a:cs typeface="Tahoma"/>
              </a:rPr>
              <a:t>to </a:t>
            </a: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reclaim</a:t>
            </a:r>
            <a:r>
              <a:rPr sz="2200" spc="-4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spc="-25" dirty="0">
                <a:solidFill>
                  <a:srgbClr val="40458C"/>
                </a:solidFill>
                <a:latin typeface="Tahoma"/>
                <a:cs typeface="Tahoma"/>
              </a:rPr>
              <a:t>the </a:t>
            </a:r>
            <a:r>
              <a:rPr sz="2200" dirty="0">
                <a:solidFill>
                  <a:srgbClr val="40458C"/>
                </a:solidFill>
                <a:latin typeface="Tahoma"/>
                <a:cs typeface="Tahoma"/>
              </a:rPr>
              <a:t>former</a:t>
            </a:r>
            <a:r>
              <a:rPr sz="2200" spc="-6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200" spc="-20" dirty="0">
                <a:solidFill>
                  <a:srgbClr val="40458C"/>
                </a:solidFill>
                <a:latin typeface="Tahoma"/>
                <a:cs typeface="Tahoma"/>
              </a:rPr>
              <a:t>first node</a:t>
            </a:r>
            <a:endParaRPr sz="2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Singly Linked Lists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DE2E0D-BB3B-6B4D-A10D-9B9329B9DFAA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Java Method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2133600"/>
            <a:ext cx="7391400" cy="230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788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501172"/>
            <a:ext cx="109728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Removing</a:t>
            </a:r>
            <a:r>
              <a:rPr spc="-50" dirty="0"/>
              <a:t> </a:t>
            </a:r>
            <a:r>
              <a:rPr dirty="0"/>
              <a:t>at</a:t>
            </a:r>
            <a:r>
              <a:rPr spc="-5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20" dirty="0"/>
              <a:t>Tail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38200" y="1828800"/>
            <a:ext cx="10972800" cy="140865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55600" marR="185420">
              <a:lnSpc>
                <a:spcPts val="3290"/>
              </a:lnSpc>
              <a:spcBef>
                <a:spcPts val="265"/>
              </a:spcBef>
              <a:buClr>
                <a:srgbClr val="6F89F7"/>
              </a:buClr>
              <a:buSzPct val="110714"/>
              <a:buFont typeface="Arial"/>
              <a:buChar char="•"/>
              <a:tabLst>
                <a:tab pos="355600" algn="l"/>
              </a:tabLst>
            </a:pPr>
            <a:r>
              <a:rPr dirty="0"/>
              <a:t>Removing</a:t>
            </a:r>
            <a:r>
              <a:rPr spc="-45" dirty="0"/>
              <a:t> </a:t>
            </a:r>
            <a:r>
              <a:rPr dirty="0"/>
              <a:t>at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tail</a:t>
            </a:r>
            <a:r>
              <a:rPr spc="-5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singly</a:t>
            </a:r>
            <a:r>
              <a:rPr spc="-35" dirty="0"/>
              <a:t> </a:t>
            </a:r>
            <a:r>
              <a:rPr dirty="0"/>
              <a:t>linked</a:t>
            </a:r>
            <a:r>
              <a:rPr spc="-45" dirty="0"/>
              <a:t> </a:t>
            </a:r>
            <a:r>
              <a:rPr dirty="0"/>
              <a:t>list</a:t>
            </a:r>
            <a:r>
              <a:rPr spc="-40" dirty="0"/>
              <a:t> </a:t>
            </a:r>
            <a:r>
              <a:rPr spc="-25" dirty="0"/>
              <a:t>is </a:t>
            </a:r>
            <a:r>
              <a:rPr dirty="0"/>
              <a:t>not</a:t>
            </a:r>
            <a:r>
              <a:rPr spc="-45" dirty="0"/>
              <a:t> </a:t>
            </a:r>
            <a:r>
              <a:rPr spc="-10" dirty="0"/>
              <a:t>efficient!</a:t>
            </a:r>
          </a:p>
          <a:p>
            <a:pPr marL="355600" marR="5080">
              <a:lnSpc>
                <a:spcPts val="3290"/>
              </a:lnSpc>
              <a:spcBef>
                <a:spcPts val="815"/>
              </a:spcBef>
              <a:buClr>
                <a:srgbClr val="6F89F7"/>
              </a:buClr>
              <a:buSzPct val="110714"/>
              <a:buFont typeface="Arial"/>
              <a:buChar char="•"/>
              <a:tabLst>
                <a:tab pos="355600" algn="l"/>
              </a:tabLst>
            </a:pPr>
            <a:r>
              <a:rPr dirty="0"/>
              <a:t>There</a:t>
            </a:r>
            <a:r>
              <a:rPr spc="-3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no</a:t>
            </a:r>
            <a:r>
              <a:rPr spc="-30" dirty="0"/>
              <a:t> </a:t>
            </a:r>
            <a:r>
              <a:rPr spc="-20" dirty="0"/>
              <a:t>constant-</a:t>
            </a:r>
            <a:r>
              <a:rPr dirty="0"/>
              <a:t>time</a:t>
            </a:r>
            <a:r>
              <a:rPr spc="-30" dirty="0"/>
              <a:t> </a:t>
            </a:r>
            <a:r>
              <a:rPr dirty="0"/>
              <a:t>way</a:t>
            </a:r>
            <a:r>
              <a:rPr spc="-2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update</a:t>
            </a:r>
            <a:r>
              <a:rPr spc="-35" dirty="0"/>
              <a:t> </a:t>
            </a:r>
            <a:r>
              <a:rPr spc="-25" dirty="0"/>
              <a:t>the </a:t>
            </a:r>
            <a:r>
              <a:rPr dirty="0"/>
              <a:t>tail</a:t>
            </a:r>
            <a:r>
              <a:rPr spc="-55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point</a:t>
            </a:r>
            <a:r>
              <a:rPr spc="-45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previous</a:t>
            </a:r>
            <a:r>
              <a:rPr spc="-50" dirty="0"/>
              <a:t> </a:t>
            </a:r>
            <a:r>
              <a:rPr spc="-20" dirty="0"/>
              <a:t>node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4267201"/>
            <a:ext cx="8610600" cy="132192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49567" y="6432717"/>
            <a:ext cx="3215004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40458C"/>
                </a:solidFill>
                <a:latin typeface="Tahoma"/>
                <a:cs typeface="Tahom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/>
              <a:t>©</a:t>
            </a:r>
            <a:r>
              <a:rPr lang="en-US" spc="-30"/>
              <a:t> </a:t>
            </a:r>
            <a:r>
              <a:rPr lang="en-US"/>
              <a:t>2014</a:t>
            </a:r>
            <a:r>
              <a:rPr lang="en-US" spc="-30"/>
              <a:t> </a:t>
            </a:r>
            <a:r>
              <a:rPr lang="en-US"/>
              <a:t>Goodrich,</a:t>
            </a:r>
            <a:r>
              <a:rPr lang="en-US" spc="-25"/>
              <a:t> </a:t>
            </a:r>
            <a:r>
              <a:rPr lang="en-US" spc="-20"/>
              <a:t>Tamassia,</a:t>
            </a:r>
            <a:r>
              <a:rPr lang="en-US" spc="-25"/>
              <a:t> </a:t>
            </a:r>
            <a:r>
              <a:rPr lang="en-US" spc="-10"/>
              <a:t>Goldwasser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3842543" y="6432717"/>
            <a:ext cx="1458595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40458C"/>
                </a:solidFill>
                <a:latin typeface="Tahoma"/>
                <a:cs typeface="Tahoma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/>
              <a:t>Singly</a:t>
            </a:r>
            <a:r>
              <a:rPr lang="en-US" spc="-50"/>
              <a:t> </a:t>
            </a:r>
            <a:r>
              <a:rPr lang="en-US"/>
              <a:t>Linked</a:t>
            </a:r>
            <a:r>
              <a:rPr lang="en-US" spc="-45"/>
              <a:t> </a:t>
            </a:r>
            <a:r>
              <a:rPr lang="en-US" spc="-20"/>
              <a:t>Lists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230552" y="6432717"/>
            <a:ext cx="186054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40458C"/>
                </a:solidFill>
                <a:latin typeface="Tahoma"/>
                <a:cs typeface="Tahoma"/>
              </a:defRPr>
            </a:lvl1pPr>
          </a:lstStyle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0" smtClean="0"/>
              <a:pPr marL="38100">
                <a:spcBef>
                  <a:spcPts val="100"/>
                </a:spcBef>
              </a:pPr>
              <a:t>11</a:t>
            </a:fld>
            <a:endParaRPr spc="-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609600"/>
            <a:ext cx="109728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Introduction</a:t>
            </a:r>
            <a:r>
              <a:rPr spc="-125" dirty="0"/>
              <a:t> </a:t>
            </a:r>
            <a:r>
              <a:rPr dirty="0"/>
              <a:t>to</a:t>
            </a:r>
            <a:r>
              <a:rPr spc="-120" dirty="0"/>
              <a:t> </a:t>
            </a:r>
            <a:r>
              <a:rPr dirty="0"/>
              <a:t>Linked</a:t>
            </a:r>
            <a:r>
              <a:rPr spc="-125" dirty="0"/>
              <a:t> </a:t>
            </a:r>
            <a:r>
              <a:rPr spc="-10" dirty="0"/>
              <a:t>Lists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40" y="3581038"/>
            <a:ext cx="7284720" cy="214820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4965" indent="-342265">
              <a:spcBef>
                <a:spcPts val="855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Arrays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and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Linked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Lists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are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different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in</a:t>
            </a:r>
            <a:endParaRPr sz="3200">
              <a:latin typeface="Arial"/>
              <a:cs typeface="Arial"/>
            </a:endParaRPr>
          </a:p>
          <a:p>
            <a:pPr marL="754380" lvl="1" indent="-284480">
              <a:spcBef>
                <a:spcPts val="665"/>
              </a:spcBef>
              <a:buChar char="–"/>
              <a:tabLst>
                <a:tab pos="754380" algn="l"/>
              </a:tabLst>
            </a:pPr>
            <a:r>
              <a:rPr sz="2800" dirty="0">
                <a:latin typeface="Arial"/>
                <a:cs typeface="Arial"/>
              </a:rPr>
              <a:t>use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memory</a:t>
            </a:r>
            <a:endParaRPr sz="2800">
              <a:latin typeface="Arial"/>
              <a:cs typeface="Arial"/>
            </a:endParaRPr>
          </a:p>
          <a:p>
            <a:pPr marL="754380" lvl="1" indent="-284480">
              <a:spcBef>
                <a:spcPts val="745"/>
              </a:spcBef>
              <a:buChar char="–"/>
              <a:tabLst>
                <a:tab pos="754380" algn="l"/>
              </a:tabLst>
            </a:pPr>
            <a:r>
              <a:rPr sz="2800" dirty="0">
                <a:latin typeface="Arial"/>
                <a:cs typeface="Arial"/>
              </a:rPr>
              <a:t>manner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access</a:t>
            </a:r>
            <a:endParaRPr sz="2800">
              <a:latin typeface="Arial"/>
              <a:cs typeface="Arial"/>
            </a:endParaRPr>
          </a:p>
          <a:p>
            <a:pPr marL="754380" lvl="1" indent="-284480">
              <a:spcBef>
                <a:spcPts val="625"/>
              </a:spcBef>
              <a:buChar char="–"/>
              <a:tabLst>
                <a:tab pos="754380" algn="l"/>
              </a:tabLst>
            </a:pPr>
            <a:r>
              <a:rPr sz="2800" dirty="0">
                <a:latin typeface="Arial"/>
                <a:cs typeface="Arial"/>
              </a:rPr>
              <a:t>language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support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1676400"/>
            <a:ext cx="7696200" cy="12938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457200"/>
            <a:ext cx="109728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556895">
              <a:spcBef>
                <a:spcPts val="100"/>
              </a:spcBef>
            </a:pPr>
            <a:r>
              <a:rPr dirty="0"/>
              <a:t>Nodes</a:t>
            </a:r>
            <a:r>
              <a:rPr spc="-3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</a:t>
            </a:r>
            <a:r>
              <a:rPr spc="-25" dirty="0"/>
              <a:t> Linked-</a:t>
            </a:r>
            <a:r>
              <a:rPr spc="-20" dirty="0"/>
              <a:t>List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90600" y="1600200"/>
            <a:ext cx="10972800" cy="2640788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5600" marR="5715">
              <a:lnSpc>
                <a:spcPct val="90200"/>
              </a:lnSpc>
              <a:spcBef>
                <a:spcPts val="430"/>
              </a:spcBef>
              <a:tabLst>
                <a:tab pos="355600" algn="l"/>
              </a:tabLst>
            </a:pPr>
            <a:r>
              <a:rPr dirty="0"/>
              <a:t>A</a:t>
            </a:r>
            <a:r>
              <a:rPr spc="-190" dirty="0"/>
              <a:t> </a:t>
            </a:r>
            <a:r>
              <a:rPr dirty="0"/>
              <a:t>node</a:t>
            </a:r>
            <a:r>
              <a:rPr spc="-2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linked</a:t>
            </a:r>
            <a:r>
              <a:rPr spc="-25" dirty="0"/>
              <a:t> </a:t>
            </a:r>
            <a:r>
              <a:rPr dirty="0"/>
              <a:t>list</a:t>
            </a:r>
            <a:r>
              <a:rPr spc="-4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an</a:t>
            </a:r>
            <a:r>
              <a:rPr spc="-25" dirty="0"/>
              <a:t> </a:t>
            </a:r>
            <a:r>
              <a:rPr dirty="0"/>
              <a:t>object</a:t>
            </a:r>
            <a:r>
              <a:rPr spc="-40" dirty="0"/>
              <a:t> </a:t>
            </a:r>
            <a:r>
              <a:rPr dirty="0"/>
              <a:t>that</a:t>
            </a:r>
            <a:r>
              <a:rPr spc="-35" dirty="0"/>
              <a:t> </a:t>
            </a:r>
            <a:r>
              <a:rPr spc="-10" dirty="0"/>
              <a:t>holds </a:t>
            </a:r>
            <a:r>
              <a:rPr dirty="0"/>
              <a:t>some</a:t>
            </a:r>
            <a:r>
              <a:rPr spc="-60" dirty="0"/>
              <a:t> </a:t>
            </a:r>
            <a:r>
              <a:rPr dirty="0"/>
              <a:t>important</a:t>
            </a:r>
            <a:r>
              <a:rPr spc="-60" dirty="0"/>
              <a:t> </a:t>
            </a:r>
            <a:r>
              <a:rPr dirty="0"/>
              <a:t>information,</a:t>
            </a:r>
            <a:r>
              <a:rPr spc="-65" dirty="0"/>
              <a:t> </a:t>
            </a:r>
            <a:r>
              <a:rPr dirty="0"/>
              <a:t>such</a:t>
            </a:r>
            <a:r>
              <a:rPr spc="-55" dirty="0"/>
              <a:t> </a:t>
            </a:r>
            <a:r>
              <a:rPr dirty="0"/>
              <a:t>as</a:t>
            </a:r>
            <a:r>
              <a:rPr spc="-60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spc="-10" dirty="0"/>
              <a:t>string, </a:t>
            </a:r>
            <a:r>
              <a:rPr dirty="0"/>
              <a:t>plus</a:t>
            </a:r>
            <a:r>
              <a:rPr spc="-4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link</a:t>
            </a:r>
            <a:r>
              <a:rPr spc="-3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exact</a:t>
            </a:r>
            <a:r>
              <a:rPr spc="-45" dirty="0"/>
              <a:t> </a:t>
            </a:r>
            <a:r>
              <a:rPr dirty="0"/>
              <a:t>same</a:t>
            </a:r>
            <a:r>
              <a:rPr spc="-30" dirty="0"/>
              <a:t> </a:t>
            </a:r>
            <a:r>
              <a:rPr dirty="0"/>
              <a:t>type</a:t>
            </a:r>
            <a:r>
              <a:rPr spc="-3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object,</a:t>
            </a:r>
            <a:r>
              <a:rPr spc="-45" dirty="0"/>
              <a:t> </a:t>
            </a:r>
            <a:r>
              <a:rPr spc="-20" dirty="0"/>
              <a:t>i.e.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an</a:t>
            </a:r>
            <a:r>
              <a:rPr spc="-30" dirty="0"/>
              <a:t> </a:t>
            </a:r>
            <a:r>
              <a:rPr dirty="0"/>
              <a:t>object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same</a:t>
            </a:r>
            <a:r>
              <a:rPr spc="-35" dirty="0"/>
              <a:t> </a:t>
            </a:r>
            <a:r>
              <a:rPr spc="-10" dirty="0"/>
              <a:t>class.</a:t>
            </a:r>
          </a:p>
          <a:p>
            <a:pPr marL="355600" marR="5080">
              <a:lnSpc>
                <a:spcPts val="3000"/>
              </a:lnSpc>
              <a:spcBef>
                <a:spcPts val="735"/>
              </a:spcBef>
              <a:buFont typeface="Arial"/>
              <a:buChar char="•"/>
              <a:tabLst>
                <a:tab pos="355600" algn="l"/>
                <a:tab pos="4017010" algn="l"/>
              </a:tabLst>
            </a:pPr>
            <a:r>
              <a:rPr b="1" spc="-10" dirty="0">
                <a:latin typeface="Arial"/>
                <a:cs typeface="Arial"/>
              </a:rPr>
              <a:t>Self-</a:t>
            </a:r>
            <a:r>
              <a:rPr b="1" dirty="0">
                <a:latin typeface="Arial"/>
                <a:cs typeface="Arial"/>
              </a:rPr>
              <a:t>referential</a:t>
            </a:r>
            <a:r>
              <a:rPr b="1" spc="-10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class</a:t>
            </a:r>
            <a:r>
              <a:rPr b="1" dirty="0">
                <a:latin typeface="Arial"/>
                <a:cs typeface="Arial"/>
              </a:rPr>
              <a:t>	</a:t>
            </a:r>
            <a:r>
              <a:rPr dirty="0"/>
              <a:t>A</a:t>
            </a:r>
            <a:r>
              <a:rPr spc="-195" dirty="0"/>
              <a:t> </a:t>
            </a:r>
            <a:r>
              <a:rPr dirty="0"/>
              <a:t>class</a:t>
            </a:r>
            <a:r>
              <a:rPr spc="-40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dirty="0"/>
              <a:t>includes</a:t>
            </a:r>
            <a:r>
              <a:rPr spc="-40" dirty="0"/>
              <a:t> </a:t>
            </a:r>
            <a:r>
              <a:rPr spc="-25" dirty="0"/>
              <a:t>an </a:t>
            </a:r>
            <a:r>
              <a:rPr dirty="0"/>
              <a:t>instance</a:t>
            </a:r>
            <a:r>
              <a:rPr spc="-55" dirty="0"/>
              <a:t> </a:t>
            </a:r>
            <a:r>
              <a:rPr dirty="0"/>
              <a:t>variable</a:t>
            </a:r>
            <a:r>
              <a:rPr spc="-55" dirty="0"/>
              <a:t> </a:t>
            </a:r>
            <a:r>
              <a:rPr dirty="0"/>
              <a:t>or</a:t>
            </a:r>
            <a:r>
              <a:rPr spc="-55" dirty="0"/>
              <a:t> </a:t>
            </a:r>
            <a:r>
              <a:rPr dirty="0"/>
              <a:t>variables</a:t>
            </a:r>
            <a:r>
              <a:rPr spc="-55" dirty="0"/>
              <a:t> </a:t>
            </a:r>
            <a:r>
              <a:rPr dirty="0"/>
              <a:t>that</a:t>
            </a:r>
            <a:r>
              <a:rPr spc="-65" dirty="0"/>
              <a:t> </a:t>
            </a:r>
            <a:r>
              <a:rPr dirty="0"/>
              <a:t>can</a:t>
            </a:r>
            <a:r>
              <a:rPr spc="-55" dirty="0"/>
              <a:t> </a:t>
            </a:r>
            <a:r>
              <a:rPr dirty="0"/>
              <a:t>hold</a:t>
            </a:r>
            <a:r>
              <a:rPr spc="-50" dirty="0"/>
              <a:t> a </a:t>
            </a:r>
            <a:r>
              <a:rPr dirty="0"/>
              <a:t>reference</a:t>
            </a:r>
            <a:r>
              <a:rPr spc="-4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an</a:t>
            </a:r>
            <a:r>
              <a:rPr spc="-40" dirty="0"/>
              <a:t> </a:t>
            </a:r>
            <a:r>
              <a:rPr dirty="0"/>
              <a:t>object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same</a:t>
            </a:r>
            <a:r>
              <a:rPr spc="-40" dirty="0"/>
              <a:t> </a:t>
            </a:r>
            <a:r>
              <a:rPr spc="-10" dirty="0"/>
              <a:t>class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We want to create a singly linked list, whose node contains one string</a:t>
            </a:r>
          </a:p>
          <a:p>
            <a:r>
              <a:rPr lang="en-US" sz="2400" dirty="0"/>
              <a:t>So each node has a field for a string value, and a pointer to the next node</a:t>
            </a:r>
          </a:p>
          <a:p>
            <a:r>
              <a:rPr lang="en-US" sz="2400" dirty="0"/>
              <a:t>We also need to specify the head node</a:t>
            </a:r>
          </a:p>
          <a:p>
            <a:r>
              <a:rPr lang="en-US" sz="2400" dirty="0"/>
              <a:t>The next node of the end node should be null</a:t>
            </a:r>
          </a:p>
          <a:p>
            <a:endParaRPr lang="en-US" sz="2400" dirty="0"/>
          </a:p>
          <a:p>
            <a:r>
              <a:rPr lang="en-US" sz="2400" dirty="0"/>
              <a:t>Problem</a:t>
            </a:r>
          </a:p>
          <a:p>
            <a:pPr lvl="1"/>
            <a:r>
              <a:rPr lang="en-US" sz="2400" dirty="0"/>
              <a:t>Define the class Node </a:t>
            </a:r>
          </a:p>
          <a:p>
            <a:pPr lvl="1"/>
            <a:r>
              <a:rPr lang="en-US" sz="2400" dirty="0"/>
              <a:t>Define the class </a:t>
            </a:r>
            <a:r>
              <a:rPr lang="en-US" sz="2400" dirty="0" err="1"/>
              <a:t>SLinkedList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90716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10439400" cy="51054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public class Node {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private String element;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private Node next; </a:t>
            </a:r>
          </a:p>
          <a:p>
            <a:pPr marL="0" indent="0">
              <a:buNone/>
            </a:pPr>
            <a:endParaRPr lang="en-US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</a:t>
            </a:r>
            <a:r>
              <a:rPr lang="en-US" dirty="0">
                <a:solidFill>
                  <a:srgbClr val="C00000"/>
                </a:solidFill>
                <a:latin typeface="Century Gothic" panose="020B0502020202020204" pitchFamily="34" charset="0"/>
              </a:rPr>
              <a:t>/** Creates a node with the given element and next node. */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public Node(String s, Node n) {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	element = s; next = n;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} </a:t>
            </a:r>
          </a:p>
          <a:p>
            <a:pPr marL="0" indent="0">
              <a:buNone/>
            </a:pPr>
            <a:endParaRPr lang="en-US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public Node(String s) {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	element = s; next = null;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} </a:t>
            </a:r>
          </a:p>
          <a:p>
            <a:pPr marL="0" indent="0">
              <a:buNone/>
            </a:pPr>
            <a:endParaRPr lang="en-US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</a:t>
            </a:r>
            <a:r>
              <a:rPr lang="en-US" dirty="0">
                <a:solidFill>
                  <a:srgbClr val="C00000"/>
                </a:solidFill>
                <a:latin typeface="Century Gothic" panose="020B0502020202020204" pitchFamily="34" charset="0"/>
              </a:rPr>
              <a:t>// </a:t>
            </a:r>
            <a:r>
              <a:rPr lang="en-US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Accessor</a:t>
            </a:r>
            <a:r>
              <a:rPr lang="en-US" dirty="0">
                <a:solidFill>
                  <a:srgbClr val="C00000"/>
                </a:solidFill>
                <a:latin typeface="Century Gothic" panose="020B0502020202020204" pitchFamily="34" charset="0"/>
              </a:rPr>
              <a:t> methods: </a:t>
            </a:r>
            <a:endParaRPr lang="en-US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public String </a:t>
            </a:r>
            <a:r>
              <a:rPr lang="en-US" dirty="0" err="1">
                <a:latin typeface="Century Gothic" panose="020B0502020202020204" pitchFamily="34" charset="0"/>
              </a:rPr>
              <a:t>getElement</a:t>
            </a:r>
            <a:r>
              <a:rPr lang="en-US" dirty="0">
                <a:latin typeface="Century Gothic" panose="020B0502020202020204" pitchFamily="34" charset="0"/>
              </a:rPr>
              <a:t>() { return element; }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public Node </a:t>
            </a:r>
            <a:r>
              <a:rPr lang="en-US" dirty="0" err="1">
                <a:latin typeface="Century Gothic" panose="020B0502020202020204" pitchFamily="34" charset="0"/>
              </a:rPr>
              <a:t>getNext</a:t>
            </a:r>
            <a:r>
              <a:rPr lang="en-US" dirty="0">
                <a:latin typeface="Century Gothic" panose="020B0502020202020204" pitchFamily="34" charset="0"/>
              </a:rPr>
              <a:t>() { return next; } </a:t>
            </a:r>
          </a:p>
          <a:p>
            <a:pPr marL="0" indent="0">
              <a:buNone/>
            </a:pPr>
            <a:endParaRPr lang="en-US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</a:t>
            </a:r>
            <a:r>
              <a:rPr lang="en-US" dirty="0">
                <a:solidFill>
                  <a:srgbClr val="C00000"/>
                </a:solidFill>
                <a:latin typeface="Century Gothic" panose="020B0502020202020204" pitchFamily="34" charset="0"/>
              </a:rPr>
              <a:t>// Modifier methods: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public void </a:t>
            </a:r>
            <a:r>
              <a:rPr lang="en-US" dirty="0" err="1">
                <a:latin typeface="Century Gothic" panose="020B0502020202020204" pitchFamily="34" charset="0"/>
              </a:rPr>
              <a:t>setElement</a:t>
            </a:r>
            <a:r>
              <a:rPr lang="en-US" dirty="0">
                <a:latin typeface="Century Gothic" panose="020B0502020202020204" pitchFamily="34" charset="0"/>
              </a:rPr>
              <a:t>(String </a:t>
            </a:r>
            <a:r>
              <a:rPr lang="en-US" dirty="0" err="1">
                <a:latin typeface="Century Gothic" panose="020B0502020202020204" pitchFamily="34" charset="0"/>
              </a:rPr>
              <a:t>newElem</a:t>
            </a:r>
            <a:r>
              <a:rPr lang="en-US" dirty="0">
                <a:latin typeface="Century Gothic" panose="020B0502020202020204" pitchFamily="34" charset="0"/>
              </a:rPr>
              <a:t>) { element = </a:t>
            </a:r>
            <a:r>
              <a:rPr lang="en-US" dirty="0" err="1">
                <a:latin typeface="Century Gothic" panose="020B0502020202020204" pitchFamily="34" charset="0"/>
              </a:rPr>
              <a:t>newElem</a:t>
            </a:r>
            <a:r>
              <a:rPr lang="en-US" dirty="0">
                <a:latin typeface="Century Gothic" panose="020B0502020202020204" pitchFamily="34" charset="0"/>
              </a:rPr>
              <a:t>; }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public void </a:t>
            </a:r>
            <a:r>
              <a:rPr lang="en-US" dirty="0" err="1">
                <a:latin typeface="Century Gothic" panose="020B0502020202020204" pitchFamily="34" charset="0"/>
              </a:rPr>
              <a:t>setNext</a:t>
            </a:r>
            <a:r>
              <a:rPr lang="en-US" dirty="0">
                <a:latin typeface="Century Gothic" panose="020B0502020202020204" pitchFamily="34" charset="0"/>
              </a:rPr>
              <a:t>(Node </a:t>
            </a:r>
            <a:r>
              <a:rPr lang="en-US" dirty="0" err="1">
                <a:latin typeface="Century Gothic" panose="020B0502020202020204" pitchFamily="34" charset="0"/>
              </a:rPr>
              <a:t>newNext</a:t>
            </a:r>
            <a:r>
              <a:rPr lang="en-US" dirty="0">
                <a:latin typeface="Century Gothic" panose="020B0502020202020204" pitchFamily="34" charset="0"/>
              </a:rPr>
              <a:t>) { next = </a:t>
            </a:r>
            <a:r>
              <a:rPr lang="en-US" dirty="0" err="1">
                <a:latin typeface="Century Gothic" panose="020B0502020202020204" pitchFamily="34" charset="0"/>
              </a:rPr>
              <a:t>newNext</a:t>
            </a:r>
            <a:r>
              <a:rPr lang="en-US" dirty="0">
                <a:latin typeface="Century Gothic" panose="020B0502020202020204" pitchFamily="34" charset="0"/>
              </a:rPr>
              <a:t>; }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} </a:t>
            </a:r>
            <a:endParaRPr lang="en-US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244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 err="1"/>
              <a:t>SLinkedList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// Singly linked list .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public class </a:t>
            </a:r>
            <a:r>
              <a:rPr lang="en-US" sz="2000" dirty="0" err="1">
                <a:latin typeface="Century Gothic" panose="020B0502020202020204" pitchFamily="34" charset="0"/>
              </a:rPr>
              <a:t>SLinkedList</a:t>
            </a:r>
            <a:r>
              <a:rPr lang="en-US" sz="2000" dirty="0">
                <a:latin typeface="Century Gothic" panose="020B0502020202020204" pitchFamily="34" charset="0"/>
              </a:rPr>
              <a:t> {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protected Node head; </a:t>
            </a:r>
            <a:r>
              <a:rPr lang="en-US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// head node of the list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protected long size; </a:t>
            </a:r>
            <a:r>
              <a:rPr lang="en-US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// number of nodes in the list </a:t>
            </a:r>
          </a:p>
          <a:p>
            <a:pPr marL="0" indent="0">
              <a:buNone/>
            </a:pPr>
            <a:endParaRPr lang="en-US" sz="20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</a:t>
            </a:r>
            <a:r>
              <a:rPr lang="en-US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// Default constructor that creates an empty list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public </a:t>
            </a:r>
            <a:r>
              <a:rPr lang="en-US" sz="2000" dirty="0" err="1">
                <a:latin typeface="Century Gothic" panose="020B0502020202020204" pitchFamily="34" charset="0"/>
              </a:rPr>
              <a:t>SLinkedList</a:t>
            </a:r>
            <a:r>
              <a:rPr lang="en-US" sz="2000" dirty="0">
                <a:latin typeface="Century Gothic" panose="020B0502020202020204" pitchFamily="34" charset="0"/>
              </a:rPr>
              <a:t>() {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	head = null;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	size = 0;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} </a:t>
            </a:r>
          </a:p>
          <a:p>
            <a:pPr marL="0" indent="0">
              <a:buNone/>
            </a:pPr>
            <a:endParaRPr lang="en-US" sz="20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</a:t>
            </a:r>
            <a:r>
              <a:rPr lang="en-US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// ... add, update, search, delete, display methods would go here ...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270306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at the 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Algorithm</a:t>
            </a:r>
            <a:r>
              <a:rPr lang="en-US" sz="2400" dirty="0"/>
              <a:t> </a:t>
            </a:r>
            <a:r>
              <a:rPr lang="en-US" sz="2400" dirty="0" err="1"/>
              <a:t>addFirst</a:t>
            </a:r>
            <a:r>
              <a:rPr lang="en-US" sz="2400" dirty="0"/>
              <a:t>(v)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v.setNext</a:t>
            </a:r>
            <a:r>
              <a:rPr lang="en-US" sz="2400" dirty="0"/>
              <a:t>(head)   </a:t>
            </a:r>
            <a:r>
              <a:rPr lang="en-US" sz="2400" dirty="0">
                <a:solidFill>
                  <a:srgbClr val="C00000"/>
                </a:solidFill>
              </a:rPr>
              <a:t>// make v point to the old head</a:t>
            </a:r>
          </a:p>
          <a:p>
            <a:pPr marL="0" indent="0">
              <a:buNone/>
            </a:pPr>
            <a:r>
              <a:rPr lang="en-US" sz="2400" dirty="0"/>
              <a:t>	head </a:t>
            </a:r>
            <a:r>
              <a:rPr lang="en-US" sz="2400" dirty="0">
                <a:sym typeface="Symbol"/>
              </a:rPr>
              <a:t></a:t>
            </a:r>
            <a:r>
              <a:rPr lang="en-US" sz="2400" dirty="0"/>
              <a:t> v 	</a:t>
            </a:r>
            <a:r>
              <a:rPr lang="en-US" sz="2400" dirty="0">
                <a:solidFill>
                  <a:srgbClr val="C00000"/>
                </a:solidFill>
              </a:rPr>
              <a:t>     // make variable head point to new node</a:t>
            </a:r>
          </a:p>
          <a:p>
            <a:pPr marL="0" indent="0">
              <a:buNone/>
            </a:pPr>
            <a:r>
              <a:rPr lang="en-US" sz="2400" dirty="0"/>
              <a:t>	size </a:t>
            </a:r>
            <a:r>
              <a:rPr lang="en-US" sz="2400" dirty="0">
                <a:sym typeface="Symbol"/>
              </a:rPr>
              <a:t></a:t>
            </a:r>
            <a:r>
              <a:rPr lang="en-US" sz="2400" dirty="0"/>
              <a:t> size + 1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45263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at the 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Need to keep a reference </a:t>
            </a:r>
            <a:r>
              <a:rPr lang="en-US" sz="2400" b="1" dirty="0"/>
              <a:t>tail.</a:t>
            </a:r>
          </a:p>
          <a:p>
            <a:pPr marL="0" indent="0">
              <a:buNone/>
            </a:pPr>
            <a:endParaRPr lang="en-US" sz="24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Algorithm</a:t>
            </a:r>
            <a:r>
              <a:rPr lang="en-US" sz="2400" dirty="0"/>
              <a:t> </a:t>
            </a:r>
            <a:r>
              <a:rPr lang="en-US" sz="2400" dirty="0" err="1"/>
              <a:t>addLast</a:t>
            </a:r>
            <a:r>
              <a:rPr lang="en-US" sz="2400" dirty="0"/>
              <a:t>(v)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v.setNext</a:t>
            </a:r>
            <a:r>
              <a:rPr lang="en-US" sz="2400" dirty="0"/>
              <a:t>(null)   </a:t>
            </a:r>
            <a:r>
              <a:rPr lang="en-US" sz="2400" dirty="0">
                <a:solidFill>
                  <a:srgbClr val="C00000"/>
                </a:solidFill>
              </a:rPr>
              <a:t>// make v point to null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	</a:t>
            </a:r>
            <a:r>
              <a:rPr lang="en-US" sz="2400" dirty="0" err="1"/>
              <a:t>tail.setNext</a:t>
            </a:r>
            <a:r>
              <a:rPr lang="en-US" sz="2400" dirty="0"/>
              <a:t>(v).   //</a:t>
            </a:r>
            <a:r>
              <a:rPr lang="en-US" sz="2400" dirty="0">
                <a:solidFill>
                  <a:srgbClr val="FF0000"/>
                </a:solidFill>
              </a:rPr>
              <a:t>old tail points to v</a:t>
            </a:r>
          </a:p>
          <a:p>
            <a:pPr marL="0" indent="0">
              <a:buNone/>
            </a:pPr>
            <a:r>
              <a:rPr lang="en-US" sz="2400" dirty="0"/>
              <a:t>	tail </a:t>
            </a:r>
            <a:r>
              <a:rPr lang="en-US" sz="2400" dirty="0">
                <a:sym typeface="Symbol"/>
              </a:rPr>
              <a:t></a:t>
            </a:r>
            <a:r>
              <a:rPr lang="en-US" sz="2400" dirty="0"/>
              <a:t> v 	</a:t>
            </a:r>
            <a:r>
              <a:rPr lang="en-US" sz="2400" dirty="0">
                <a:solidFill>
                  <a:srgbClr val="C00000"/>
                </a:solidFill>
              </a:rPr>
              <a:t>  // make v new tail</a:t>
            </a:r>
          </a:p>
          <a:p>
            <a:pPr marL="0" indent="0">
              <a:buNone/>
            </a:pPr>
            <a:r>
              <a:rPr lang="en-US" sz="2400" dirty="0"/>
              <a:t>	size </a:t>
            </a:r>
            <a:r>
              <a:rPr lang="en-US" sz="2400" dirty="0">
                <a:sym typeface="Symbol"/>
              </a:rPr>
              <a:t></a:t>
            </a:r>
            <a:r>
              <a:rPr lang="en-US" sz="2400" dirty="0"/>
              <a:t> size + 1   </a:t>
            </a:r>
            <a:r>
              <a:rPr lang="en-US" sz="2400" dirty="0">
                <a:solidFill>
                  <a:srgbClr val="C00000"/>
                </a:solidFill>
              </a:rPr>
              <a:t>// increment the node count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5112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in the middle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Develop an algorithm to insert in the middle of a singly linked list</a:t>
            </a:r>
          </a:p>
          <a:p>
            <a:r>
              <a:rPr lang="en-US" sz="2400" dirty="0" err="1"/>
              <a:t>addAfter</a:t>
            </a:r>
            <a:r>
              <a:rPr lang="en-US" sz="2400" dirty="0"/>
              <a:t>(v, x)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17698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a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Remove the head</a:t>
            </a:r>
          </a:p>
          <a:p>
            <a:r>
              <a:rPr lang="en-US" sz="2400" dirty="0"/>
              <a:t>Remove the tail</a:t>
            </a:r>
          </a:p>
          <a:p>
            <a:r>
              <a:rPr lang="en-US" sz="2400" dirty="0"/>
              <a:t>Remove a node v</a:t>
            </a:r>
          </a:p>
        </p:txBody>
      </p:sp>
    </p:spTree>
    <p:extLst>
      <p:ext uri="{BB962C8B-B14F-4D97-AF65-F5344CB8AC3E}">
        <p14:creationId xmlns:p14="http://schemas.microsoft.com/office/powerpoint/2010/main" val="2231885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D0E3C-7011-194E-96D6-695BAA283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419FE-CBF6-5945-AEDB-1DA8AC3B4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Reimplement the number counting project with a linked list</a:t>
            </a:r>
          </a:p>
          <a:p>
            <a:r>
              <a:rPr lang="en-US" dirty="0"/>
              <a:t>Reimplement the letter counting project with a linked list</a:t>
            </a:r>
          </a:p>
        </p:txBody>
      </p:sp>
    </p:spTree>
    <p:extLst>
      <p:ext uri="{BB962C8B-B14F-4D97-AF65-F5344CB8AC3E}">
        <p14:creationId xmlns:p14="http://schemas.microsoft.com/office/powerpoint/2010/main" val="1429055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418686"/>
            <a:ext cx="109728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Doubly</a:t>
            </a:r>
            <a:r>
              <a:rPr spc="-70" dirty="0"/>
              <a:t> </a:t>
            </a:r>
            <a:r>
              <a:rPr dirty="0"/>
              <a:t>Linked</a:t>
            </a:r>
            <a:r>
              <a:rPr spc="-55" dirty="0"/>
              <a:t> </a:t>
            </a:r>
            <a:r>
              <a:rPr spc="-20" dirty="0"/>
              <a:t>List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38200" y="1145206"/>
            <a:ext cx="10972800" cy="26032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>
              <a:spcBef>
                <a:spcPts val="100"/>
              </a:spcBef>
              <a:buSzPct val="60000"/>
              <a:buFont typeface="Arial"/>
              <a:buChar char="□"/>
              <a:tabLst>
                <a:tab pos="355600" algn="l"/>
              </a:tabLst>
            </a:pPr>
            <a:r>
              <a:rPr dirty="0"/>
              <a:t>A</a:t>
            </a:r>
            <a:r>
              <a:rPr spc="-25" dirty="0"/>
              <a:t> </a:t>
            </a:r>
            <a:r>
              <a:rPr dirty="0"/>
              <a:t>doubly</a:t>
            </a:r>
            <a:r>
              <a:rPr spc="-20" dirty="0"/>
              <a:t> </a:t>
            </a:r>
            <a:r>
              <a:rPr dirty="0"/>
              <a:t>linked</a:t>
            </a:r>
            <a:r>
              <a:rPr spc="-30" dirty="0"/>
              <a:t> </a:t>
            </a:r>
            <a:r>
              <a:rPr dirty="0"/>
              <a:t>list</a:t>
            </a:r>
            <a:r>
              <a:rPr spc="-20" dirty="0"/>
              <a:t> </a:t>
            </a:r>
            <a:r>
              <a:rPr dirty="0"/>
              <a:t>can</a:t>
            </a:r>
            <a:r>
              <a:rPr spc="-25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traversed </a:t>
            </a:r>
            <a:r>
              <a:rPr dirty="0"/>
              <a:t>forward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backward</a:t>
            </a:r>
          </a:p>
          <a:p>
            <a:pPr marL="354965" indent="-342265">
              <a:spcBef>
                <a:spcPts val="505"/>
              </a:spcBef>
              <a:buSzPct val="60000"/>
              <a:buFont typeface="Arial"/>
              <a:buChar char="□"/>
              <a:tabLst>
                <a:tab pos="354965" algn="l"/>
              </a:tabLst>
            </a:pPr>
            <a:r>
              <a:rPr dirty="0"/>
              <a:t>Nodes</a:t>
            </a:r>
            <a:r>
              <a:rPr spc="-50" dirty="0"/>
              <a:t> </a:t>
            </a:r>
            <a:r>
              <a:rPr spc="-10" dirty="0"/>
              <a:t>store:</a:t>
            </a:r>
          </a:p>
          <a:p>
            <a:pPr marL="755015" lvl="1" indent="-285115">
              <a:spcBef>
                <a:spcPts val="390"/>
              </a:spcBef>
              <a:buSzPct val="61111"/>
              <a:buFont typeface="Arial"/>
              <a:buChar char="■"/>
              <a:tabLst>
                <a:tab pos="755015" algn="l"/>
              </a:tabLst>
            </a:pPr>
            <a:r>
              <a:rPr sz="1800" spc="-10" dirty="0">
                <a:solidFill>
                  <a:srgbClr val="40458C"/>
                </a:solidFill>
                <a:latin typeface="Tahoma"/>
                <a:cs typeface="Tahoma"/>
              </a:rPr>
              <a:t>element</a:t>
            </a:r>
            <a:endParaRPr sz="1800" dirty="0">
              <a:latin typeface="Tahoma"/>
              <a:cs typeface="Tahoma"/>
            </a:endParaRPr>
          </a:p>
          <a:p>
            <a:pPr marL="755015" lvl="1" indent="-285115">
              <a:spcBef>
                <a:spcPts val="455"/>
              </a:spcBef>
              <a:buSzPct val="61111"/>
              <a:buFont typeface="Arial"/>
              <a:buChar char="■"/>
              <a:tabLst>
                <a:tab pos="755015" algn="l"/>
              </a:tabLst>
            </a:pP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link</a:t>
            </a:r>
            <a:r>
              <a:rPr sz="18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18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previous</a:t>
            </a:r>
            <a:r>
              <a:rPr sz="18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node</a:t>
            </a:r>
            <a:endParaRPr sz="1800" dirty="0">
              <a:latin typeface="Tahoma"/>
              <a:cs typeface="Tahoma"/>
            </a:endParaRPr>
          </a:p>
          <a:p>
            <a:pPr marL="755015" lvl="1" indent="-285115">
              <a:spcBef>
                <a:spcPts val="434"/>
              </a:spcBef>
              <a:buSzPct val="61111"/>
              <a:buFont typeface="Arial"/>
              <a:buChar char="■"/>
              <a:tabLst>
                <a:tab pos="755015" algn="l"/>
              </a:tabLst>
            </a:pP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link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to</a:t>
            </a: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the</a:t>
            </a:r>
            <a:r>
              <a:rPr sz="18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C"/>
                </a:solidFill>
                <a:latin typeface="Tahoma"/>
                <a:cs typeface="Tahoma"/>
              </a:rPr>
              <a:t>next</a:t>
            </a:r>
            <a:r>
              <a:rPr sz="1800" spc="-20" dirty="0">
                <a:solidFill>
                  <a:srgbClr val="40458C"/>
                </a:solidFill>
                <a:latin typeface="Tahoma"/>
                <a:cs typeface="Tahoma"/>
              </a:rPr>
              <a:t> node</a:t>
            </a:r>
            <a:endParaRPr sz="1800" dirty="0">
              <a:latin typeface="Tahoma"/>
              <a:cs typeface="Tahoma"/>
            </a:endParaRPr>
          </a:p>
          <a:p>
            <a:pPr marL="354965" indent="-342265">
              <a:spcBef>
                <a:spcPts val="445"/>
              </a:spcBef>
              <a:buSzPct val="60000"/>
              <a:buFont typeface="Arial"/>
              <a:buChar char="□"/>
              <a:tabLst>
                <a:tab pos="354965" algn="l"/>
              </a:tabLst>
            </a:pPr>
            <a:r>
              <a:rPr dirty="0"/>
              <a:t>Special</a:t>
            </a:r>
            <a:r>
              <a:rPr spc="-30" dirty="0"/>
              <a:t> </a:t>
            </a:r>
            <a:r>
              <a:rPr dirty="0"/>
              <a:t>trailer</a:t>
            </a:r>
            <a:r>
              <a:rPr spc="-3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header</a:t>
            </a:r>
            <a:r>
              <a:rPr spc="-30" dirty="0"/>
              <a:t> </a:t>
            </a:r>
            <a:r>
              <a:rPr spc="-10" dirty="0"/>
              <a:t>nodes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380923" y="2110961"/>
            <a:ext cx="2492375" cy="949325"/>
            <a:chOff x="5861050" y="2049716"/>
            <a:chExt cx="2492375" cy="949325"/>
          </a:xfrm>
        </p:grpSpPr>
        <p:sp>
          <p:nvSpPr>
            <p:cNvPr id="5" name="object 5"/>
            <p:cNvSpPr/>
            <p:nvPr/>
          </p:nvSpPr>
          <p:spPr>
            <a:xfrm>
              <a:off x="6359525" y="2209800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498475" y="0"/>
                  </a:moveTo>
                  <a:lnTo>
                    <a:pt x="0" y="0"/>
                  </a:lnTo>
                  <a:lnTo>
                    <a:pt x="0" y="498475"/>
                  </a:lnTo>
                  <a:lnTo>
                    <a:pt x="498475" y="498475"/>
                  </a:lnTo>
                  <a:lnTo>
                    <a:pt x="498475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59525" y="2209800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0" y="0"/>
                  </a:moveTo>
                  <a:lnTo>
                    <a:pt x="498475" y="0"/>
                  </a:lnTo>
                  <a:lnTo>
                    <a:pt x="498475" y="498475"/>
                  </a:lnTo>
                  <a:lnTo>
                    <a:pt x="0" y="498475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8000" y="2209800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498475" y="0"/>
                  </a:moveTo>
                  <a:lnTo>
                    <a:pt x="0" y="0"/>
                  </a:lnTo>
                  <a:lnTo>
                    <a:pt x="0" y="498475"/>
                  </a:lnTo>
                  <a:lnTo>
                    <a:pt x="498475" y="498475"/>
                  </a:lnTo>
                  <a:lnTo>
                    <a:pt x="498475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8000" y="2209800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0" y="0"/>
                  </a:moveTo>
                  <a:lnTo>
                    <a:pt x="498475" y="0"/>
                  </a:lnTo>
                  <a:lnTo>
                    <a:pt x="498475" y="498475"/>
                  </a:lnTo>
                  <a:lnTo>
                    <a:pt x="0" y="498475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56475" y="2209800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498475" y="0"/>
                  </a:moveTo>
                  <a:lnTo>
                    <a:pt x="0" y="0"/>
                  </a:lnTo>
                  <a:lnTo>
                    <a:pt x="0" y="498475"/>
                  </a:lnTo>
                  <a:lnTo>
                    <a:pt x="498475" y="498475"/>
                  </a:lnTo>
                  <a:lnTo>
                    <a:pt x="498475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56475" y="2209800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0" y="0"/>
                  </a:moveTo>
                  <a:lnTo>
                    <a:pt x="498475" y="0"/>
                  </a:lnTo>
                  <a:lnTo>
                    <a:pt x="498475" y="498475"/>
                  </a:lnTo>
                  <a:lnTo>
                    <a:pt x="0" y="498475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61050" y="2049716"/>
              <a:ext cx="2492375" cy="452755"/>
            </a:xfrm>
            <a:custGeom>
              <a:avLst/>
              <a:gdLst/>
              <a:ahLst/>
              <a:cxnLst/>
              <a:rect l="l" t="t" r="r" b="b"/>
              <a:pathLst>
                <a:path w="2492375" h="452755">
                  <a:moveTo>
                    <a:pt x="377596" y="179171"/>
                  </a:moveTo>
                  <a:lnTo>
                    <a:pt x="353491" y="145237"/>
                  </a:lnTo>
                  <a:lnTo>
                    <a:pt x="314223" y="111480"/>
                  </a:lnTo>
                  <a:lnTo>
                    <a:pt x="264363" y="81991"/>
                  </a:lnTo>
                  <a:lnTo>
                    <a:pt x="206006" y="57365"/>
                  </a:lnTo>
                  <a:lnTo>
                    <a:pt x="141173" y="38468"/>
                  </a:lnTo>
                  <a:lnTo>
                    <a:pt x="86512" y="29083"/>
                  </a:lnTo>
                  <a:lnTo>
                    <a:pt x="86626" y="27470"/>
                  </a:lnTo>
                  <a:lnTo>
                    <a:pt x="88709" y="0"/>
                  </a:lnTo>
                  <a:lnTo>
                    <a:pt x="0" y="36258"/>
                  </a:lnTo>
                  <a:lnTo>
                    <a:pt x="82232" y="85483"/>
                  </a:lnTo>
                  <a:lnTo>
                    <a:pt x="84353" y="57543"/>
                  </a:lnTo>
                  <a:lnTo>
                    <a:pt x="101282" y="59486"/>
                  </a:lnTo>
                  <a:lnTo>
                    <a:pt x="165519" y="74345"/>
                  </a:lnTo>
                  <a:lnTo>
                    <a:pt x="224218" y="94996"/>
                  </a:lnTo>
                  <a:lnTo>
                    <a:pt x="275043" y="120218"/>
                  </a:lnTo>
                  <a:lnTo>
                    <a:pt x="315645" y="148564"/>
                  </a:lnTo>
                  <a:lnTo>
                    <a:pt x="344385" y="179171"/>
                  </a:lnTo>
                  <a:lnTo>
                    <a:pt x="345084" y="180022"/>
                  </a:lnTo>
                  <a:lnTo>
                    <a:pt x="344487" y="179171"/>
                  </a:lnTo>
                  <a:lnTo>
                    <a:pt x="377596" y="179171"/>
                  </a:lnTo>
                  <a:close/>
                </a:path>
                <a:path w="2492375" h="452755">
                  <a:moveTo>
                    <a:pt x="787463" y="423583"/>
                  </a:moveTo>
                  <a:lnTo>
                    <a:pt x="746848" y="423583"/>
                  </a:lnTo>
                  <a:lnTo>
                    <a:pt x="707428" y="423583"/>
                  </a:lnTo>
                  <a:lnTo>
                    <a:pt x="707555" y="424357"/>
                  </a:lnTo>
                  <a:lnTo>
                    <a:pt x="716165" y="438353"/>
                  </a:lnTo>
                  <a:lnTo>
                    <a:pt x="729399" y="448094"/>
                  </a:lnTo>
                  <a:lnTo>
                    <a:pt x="745921" y="452158"/>
                  </a:lnTo>
                  <a:lnTo>
                    <a:pt x="762736" y="449478"/>
                  </a:lnTo>
                  <a:lnTo>
                    <a:pt x="776732" y="440867"/>
                  </a:lnTo>
                  <a:lnTo>
                    <a:pt x="786472" y="427634"/>
                  </a:lnTo>
                  <a:lnTo>
                    <a:pt x="787463" y="423583"/>
                  </a:lnTo>
                  <a:close/>
                </a:path>
                <a:path w="2492375" h="452755">
                  <a:moveTo>
                    <a:pt x="790536" y="411111"/>
                  </a:moveTo>
                  <a:lnTo>
                    <a:pt x="766013" y="370560"/>
                  </a:lnTo>
                  <a:lnTo>
                    <a:pt x="749490" y="366496"/>
                  </a:lnTo>
                  <a:lnTo>
                    <a:pt x="732675" y="369176"/>
                  </a:lnTo>
                  <a:lnTo>
                    <a:pt x="718680" y="377786"/>
                  </a:lnTo>
                  <a:lnTo>
                    <a:pt x="709041" y="390880"/>
                  </a:lnTo>
                  <a:lnTo>
                    <a:pt x="708939" y="391020"/>
                  </a:lnTo>
                  <a:lnTo>
                    <a:pt x="708533" y="392658"/>
                  </a:lnTo>
                  <a:lnTo>
                    <a:pt x="678980" y="390880"/>
                  </a:lnTo>
                  <a:lnTo>
                    <a:pt x="613587" y="379298"/>
                  </a:lnTo>
                  <a:lnTo>
                    <a:pt x="552081" y="361302"/>
                  </a:lnTo>
                  <a:lnTo>
                    <a:pt x="497192" y="338061"/>
                  </a:lnTo>
                  <a:lnTo>
                    <a:pt x="451243" y="310794"/>
                  </a:lnTo>
                  <a:lnTo>
                    <a:pt x="416560" y="280949"/>
                  </a:lnTo>
                  <a:lnTo>
                    <a:pt x="404342" y="265595"/>
                  </a:lnTo>
                  <a:lnTo>
                    <a:pt x="396760" y="252742"/>
                  </a:lnTo>
                  <a:lnTo>
                    <a:pt x="390588" y="235419"/>
                  </a:lnTo>
                  <a:lnTo>
                    <a:pt x="387489" y="210185"/>
                  </a:lnTo>
                  <a:lnTo>
                    <a:pt x="387096" y="207073"/>
                  </a:lnTo>
                  <a:lnTo>
                    <a:pt x="386537" y="202526"/>
                  </a:lnTo>
                  <a:lnTo>
                    <a:pt x="386295" y="201472"/>
                  </a:lnTo>
                  <a:lnTo>
                    <a:pt x="384060" y="195287"/>
                  </a:lnTo>
                  <a:lnTo>
                    <a:pt x="383171" y="192862"/>
                  </a:lnTo>
                  <a:lnTo>
                    <a:pt x="379361" y="182295"/>
                  </a:lnTo>
                  <a:lnTo>
                    <a:pt x="378980" y="181495"/>
                  </a:lnTo>
                  <a:lnTo>
                    <a:pt x="378104" y="180022"/>
                  </a:lnTo>
                  <a:lnTo>
                    <a:pt x="345084" y="180022"/>
                  </a:lnTo>
                  <a:lnTo>
                    <a:pt x="344881" y="180022"/>
                  </a:lnTo>
                  <a:lnTo>
                    <a:pt x="353250" y="194132"/>
                  </a:lnTo>
                  <a:lnTo>
                    <a:pt x="358508" y="208673"/>
                  </a:lnTo>
                  <a:lnTo>
                    <a:pt x="362737" y="243052"/>
                  </a:lnTo>
                  <a:lnTo>
                    <a:pt x="362978" y="244094"/>
                  </a:lnTo>
                  <a:lnTo>
                    <a:pt x="381152" y="282524"/>
                  </a:lnTo>
                  <a:lnTo>
                    <a:pt x="414845" y="318681"/>
                  </a:lnTo>
                  <a:lnTo>
                    <a:pt x="459308" y="349948"/>
                  </a:lnTo>
                  <a:lnTo>
                    <a:pt x="513334" y="376897"/>
                  </a:lnTo>
                  <a:lnTo>
                    <a:pt x="574903" y="398665"/>
                  </a:lnTo>
                  <a:lnTo>
                    <a:pt x="641921" y="414235"/>
                  </a:lnTo>
                  <a:lnTo>
                    <a:pt x="707047" y="421195"/>
                  </a:lnTo>
                  <a:lnTo>
                    <a:pt x="746988" y="421195"/>
                  </a:lnTo>
                  <a:lnTo>
                    <a:pt x="788060" y="421195"/>
                  </a:lnTo>
                  <a:lnTo>
                    <a:pt x="790536" y="411111"/>
                  </a:lnTo>
                  <a:close/>
                </a:path>
                <a:path w="2492375" h="452755">
                  <a:moveTo>
                    <a:pt x="2408009" y="57543"/>
                  </a:moveTo>
                  <a:lnTo>
                    <a:pt x="2405850" y="29083"/>
                  </a:lnTo>
                  <a:lnTo>
                    <a:pt x="2385377" y="31483"/>
                  </a:lnTo>
                  <a:lnTo>
                    <a:pt x="2351189" y="38468"/>
                  </a:lnTo>
                  <a:lnTo>
                    <a:pt x="2286368" y="57365"/>
                  </a:lnTo>
                  <a:lnTo>
                    <a:pt x="2227999" y="81991"/>
                  </a:lnTo>
                  <a:lnTo>
                    <a:pt x="2178139" y="111480"/>
                  </a:lnTo>
                  <a:lnTo>
                    <a:pt x="2138883" y="145237"/>
                  </a:lnTo>
                  <a:lnTo>
                    <a:pt x="2113394" y="181495"/>
                  </a:lnTo>
                  <a:lnTo>
                    <a:pt x="2101596" y="236931"/>
                  </a:lnTo>
                  <a:lnTo>
                    <a:pt x="2096350" y="251485"/>
                  </a:lnTo>
                  <a:lnTo>
                    <a:pt x="2087499" y="266484"/>
                  </a:lnTo>
                  <a:lnTo>
                    <a:pt x="2088222" y="265595"/>
                  </a:lnTo>
                  <a:lnTo>
                    <a:pt x="2086978" y="267385"/>
                  </a:lnTo>
                  <a:lnTo>
                    <a:pt x="2087499" y="266484"/>
                  </a:lnTo>
                  <a:lnTo>
                    <a:pt x="2075802" y="280949"/>
                  </a:lnTo>
                  <a:lnTo>
                    <a:pt x="2060016" y="296087"/>
                  </a:lnTo>
                  <a:lnTo>
                    <a:pt x="2019401" y="324840"/>
                  </a:lnTo>
                  <a:lnTo>
                    <a:pt x="1968690" y="350266"/>
                  </a:lnTo>
                  <a:lnTo>
                    <a:pt x="1910207" y="371030"/>
                  </a:lnTo>
                  <a:lnTo>
                    <a:pt x="1846262" y="385965"/>
                  </a:lnTo>
                  <a:lnTo>
                    <a:pt x="1783829" y="392658"/>
                  </a:lnTo>
                  <a:lnTo>
                    <a:pt x="1783422" y="391020"/>
                  </a:lnTo>
                  <a:lnTo>
                    <a:pt x="1773682" y="377786"/>
                  </a:lnTo>
                  <a:lnTo>
                    <a:pt x="1759686" y="369176"/>
                  </a:lnTo>
                  <a:lnTo>
                    <a:pt x="1742871" y="366496"/>
                  </a:lnTo>
                  <a:lnTo>
                    <a:pt x="1726349" y="370560"/>
                  </a:lnTo>
                  <a:lnTo>
                    <a:pt x="1713115" y="380301"/>
                  </a:lnTo>
                  <a:lnTo>
                    <a:pt x="1704505" y="394296"/>
                  </a:lnTo>
                  <a:lnTo>
                    <a:pt x="1701838" y="411111"/>
                  </a:lnTo>
                  <a:lnTo>
                    <a:pt x="1705889" y="427634"/>
                  </a:lnTo>
                  <a:lnTo>
                    <a:pt x="1715630" y="440867"/>
                  </a:lnTo>
                  <a:lnTo>
                    <a:pt x="1729625" y="449478"/>
                  </a:lnTo>
                  <a:lnTo>
                    <a:pt x="1746440" y="452158"/>
                  </a:lnTo>
                  <a:lnTo>
                    <a:pt x="1762963" y="448094"/>
                  </a:lnTo>
                  <a:lnTo>
                    <a:pt x="1776196" y="438353"/>
                  </a:lnTo>
                  <a:lnTo>
                    <a:pt x="1784807" y="424357"/>
                  </a:lnTo>
                  <a:lnTo>
                    <a:pt x="1784934" y="423583"/>
                  </a:lnTo>
                  <a:lnTo>
                    <a:pt x="1785315" y="421195"/>
                  </a:lnTo>
                  <a:lnTo>
                    <a:pt x="1815096" y="419404"/>
                  </a:lnTo>
                  <a:lnTo>
                    <a:pt x="1884502" y="407289"/>
                  </a:lnTo>
                  <a:lnTo>
                    <a:pt x="1949056" y="388493"/>
                  </a:lnTo>
                  <a:lnTo>
                    <a:pt x="2007108" y="364020"/>
                  </a:lnTo>
                  <a:lnTo>
                    <a:pt x="2056612" y="334810"/>
                  </a:lnTo>
                  <a:lnTo>
                    <a:pt x="2095512" y="301637"/>
                  </a:lnTo>
                  <a:lnTo>
                    <a:pt x="2120150" y="267385"/>
                  </a:lnTo>
                  <a:lnTo>
                    <a:pt x="2121204" y="265595"/>
                  </a:lnTo>
                  <a:lnTo>
                    <a:pt x="2122106" y="264083"/>
                  </a:lnTo>
                  <a:lnTo>
                    <a:pt x="2122487" y="263271"/>
                  </a:lnTo>
                  <a:lnTo>
                    <a:pt x="2126272" y="252742"/>
                  </a:lnTo>
                  <a:lnTo>
                    <a:pt x="2127135" y="250329"/>
                  </a:lnTo>
                  <a:lnTo>
                    <a:pt x="2129383" y="244094"/>
                  </a:lnTo>
                  <a:lnTo>
                    <a:pt x="2129637" y="243052"/>
                  </a:lnTo>
                  <a:lnTo>
                    <a:pt x="2130183" y="238518"/>
                  </a:lnTo>
                  <a:lnTo>
                    <a:pt x="2130564" y="235419"/>
                  </a:lnTo>
                  <a:lnTo>
                    <a:pt x="2138692" y="195287"/>
                  </a:lnTo>
                  <a:lnTo>
                    <a:pt x="2147481" y="180022"/>
                  </a:lnTo>
                  <a:lnTo>
                    <a:pt x="2147976" y="179171"/>
                  </a:lnTo>
                  <a:lnTo>
                    <a:pt x="2147278" y="180022"/>
                  </a:lnTo>
                  <a:lnTo>
                    <a:pt x="2148535" y="178231"/>
                  </a:lnTo>
                  <a:lnTo>
                    <a:pt x="2147976" y="179171"/>
                  </a:lnTo>
                  <a:lnTo>
                    <a:pt x="2148751" y="178231"/>
                  </a:lnTo>
                  <a:lnTo>
                    <a:pt x="2176716" y="148564"/>
                  </a:lnTo>
                  <a:lnTo>
                    <a:pt x="2217318" y="120218"/>
                  </a:lnTo>
                  <a:lnTo>
                    <a:pt x="2268143" y="94996"/>
                  </a:lnTo>
                  <a:lnTo>
                    <a:pt x="2326843" y="74345"/>
                  </a:lnTo>
                  <a:lnTo>
                    <a:pt x="2391079" y="59486"/>
                  </a:lnTo>
                  <a:lnTo>
                    <a:pt x="2408009" y="57543"/>
                  </a:lnTo>
                  <a:close/>
                </a:path>
                <a:path w="2492375" h="452755">
                  <a:moveTo>
                    <a:pt x="2492375" y="36271"/>
                  </a:moveTo>
                  <a:lnTo>
                    <a:pt x="2470861" y="27470"/>
                  </a:lnTo>
                  <a:lnTo>
                    <a:pt x="2403652" y="12"/>
                  </a:lnTo>
                  <a:lnTo>
                    <a:pt x="2405735" y="27470"/>
                  </a:lnTo>
                  <a:lnTo>
                    <a:pt x="2405850" y="29083"/>
                  </a:lnTo>
                  <a:lnTo>
                    <a:pt x="2407882" y="55854"/>
                  </a:lnTo>
                  <a:lnTo>
                    <a:pt x="2407996" y="57365"/>
                  </a:lnTo>
                  <a:lnTo>
                    <a:pt x="2408009" y="57543"/>
                  </a:lnTo>
                  <a:lnTo>
                    <a:pt x="2410015" y="84023"/>
                  </a:lnTo>
                  <a:lnTo>
                    <a:pt x="2410129" y="85483"/>
                  </a:lnTo>
                  <a:lnTo>
                    <a:pt x="2492375" y="36271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065961" y="2416175"/>
              <a:ext cx="91440" cy="582930"/>
            </a:xfrm>
            <a:custGeom>
              <a:avLst/>
              <a:gdLst/>
              <a:ahLst/>
              <a:cxnLst/>
              <a:rect l="l" t="t" r="r" b="b"/>
              <a:pathLst>
                <a:path w="91440" h="582930">
                  <a:moveTo>
                    <a:pt x="33932" y="496982"/>
                  </a:moveTo>
                  <a:lnTo>
                    <a:pt x="5367" y="496982"/>
                  </a:lnTo>
                  <a:lnTo>
                    <a:pt x="48420" y="582612"/>
                  </a:lnTo>
                  <a:lnTo>
                    <a:pt x="83920" y="511216"/>
                  </a:lnTo>
                  <a:lnTo>
                    <a:pt x="33973" y="511216"/>
                  </a:lnTo>
                  <a:lnTo>
                    <a:pt x="33932" y="496982"/>
                  </a:lnTo>
                  <a:close/>
                </a:path>
                <a:path w="91440" h="582930">
                  <a:moveTo>
                    <a:pt x="28624" y="82858"/>
                  </a:moveTo>
                  <a:lnTo>
                    <a:pt x="28813" y="142008"/>
                  </a:lnTo>
                  <a:lnTo>
                    <a:pt x="29086" y="187457"/>
                  </a:lnTo>
                  <a:lnTo>
                    <a:pt x="29441" y="228267"/>
                  </a:lnTo>
                  <a:lnTo>
                    <a:pt x="30087" y="277094"/>
                  </a:lnTo>
                  <a:lnTo>
                    <a:pt x="31025" y="310370"/>
                  </a:lnTo>
                  <a:lnTo>
                    <a:pt x="31117" y="312005"/>
                  </a:lnTo>
                  <a:lnTo>
                    <a:pt x="31551" y="315106"/>
                  </a:lnTo>
                  <a:lnTo>
                    <a:pt x="31812" y="316652"/>
                  </a:lnTo>
                  <a:lnTo>
                    <a:pt x="32102" y="325582"/>
                  </a:lnTo>
                  <a:lnTo>
                    <a:pt x="33056" y="378731"/>
                  </a:lnTo>
                  <a:lnTo>
                    <a:pt x="33618" y="437809"/>
                  </a:lnTo>
                  <a:lnTo>
                    <a:pt x="33892" y="483440"/>
                  </a:lnTo>
                  <a:lnTo>
                    <a:pt x="33973" y="511216"/>
                  </a:lnTo>
                  <a:lnTo>
                    <a:pt x="62549" y="511216"/>
                  </a:lnTo>
                  <a:lnTo>
                    <a:pt x="62343" y="460132"/>
                  </a:lnTo>
                  <a:lnTo>
                    <a:pt x="62027" y="416942"/>
                  </a:lnTo>
                  <a:lnTo>
                    <a:pt x="61423" y="362776"/>
                  </a:lnTo>
                  <a:lnTo>
                    <a:pt x="60424" y="317983"/>
                  </a:lnTo>
                  <a:lnTo>
                    <a:pt x="59731" y="310370"/>
                  </a:lnTo>
                  <a:lnTo>
                    <a:pt x="59480" y="307174"/>
                  </a:lnTo>
                  <a:lnTo>
                    <a:pt x="58443" y="263117"/>
                  </a:lnTo>
                  <a:lnTo>
                    <a:pt x="57832" y="208782"/>
                  </a:lnTo>
                  <a:lnTo>
                    <a:pt x="57515" y="165326"/>
                  </a:lnTo>
                  <a:lnTo>
                    <a:pt x="57212" y="93219"/>
                  </a:lnTo>
                  <a:lnTo>
                    <a:pt x="57203" y="85725"/>
                  </a:lnTo>
                  <a:lnTo>
                    <a:pt x="42915" y="85725"/>
                  </a:lnTo>
                  <a:lnTo>
                    <a:pt x="28624" y="82858"/>
                  </a:lnTo>
                  <a:close/>
                </a:path>
                <a:path w="91440" h="582930">
                  <a:moveTo>
                    <a:pt x="90997" y="496982"/>
                  </a:moveTo>
                  <a:lnTo>
                    <a:pt x="62507" y="496982"/>
                  </a:lnTo>
                  <a:lnTo>
                    <a:pt x="62549" y="511216"/>
                  </a:lnTo>
                  <a:lnTo>
                    <a:pt x="83920" y="511216"/>
                  </a:lnTo>
                  <a:lnTo>
                    <a:pt x="90997" y="496982"/>
                  </a:lnTo>
                  <a:close/>
                </a:path>
                <a:path w="91440" h="582930">
                  <a:moveTo>
                    <a:pt x="57150" y="42915"/>
                  </a:moveTo>
                  <a:lnTo>
                    <a:pt x="28575" y="42915"/>
                  </a:lnTo>
                  <a:lnTo>
                    <a:pt x="28624" y="82858"/>
                  </a:lnTo>
                  <a:lnTo>
                    <a:pt x="42915" y="85725"/>
                  </a:lnTo>
                  <a:lnTo>
                    <a:pt x="57025" y="82858"/>
                  </a:lnTo>
                  <a:lnTo>
                    <a:pt x="57150" y="42915"/>
                  </a:lnTo>
                  <a:close/>
                </a:path>
                <a:path w="91440" h="582930">
                  <a:moveTo>
                    <a:pt x="57199" y="82858"/>
                  </a:moveTo>
                  <a:lnTo>
                    <a:pt x="57025" y="82858"/>
                  </a:lnTo>
                  <a:lnTo>
                    <a:pt x="42915" y="85725"/>
                  </a:lnTo>
                  <a:lnTo>
                    <a:pt x="57203" y="85725"/>
                  </a:lnTo>
                  <a:lnTo>
                    <a:pt x="57199" y="82858"/>
                  </a:lnTo>
                  <a:close/>
                </a:path>
                <a:path w="91440" h="582930">
                  <a:moveTo>
                    <a:pt x="42809" y="0"/>
                  </a:moveTo>
                  <a:lnTo>
                    <a:pt x="26129" y="3389"/>
                  </a:lnTo>
                  <a:lnTo>
                    <a:pt x="12516" y="12592"/>
                  </a:lnTo>
                  <a:lnTo>
                    <a:pt x="3347" y="26227"/>
                  </a:lnTo>
                  <a:lnTo>
                    <a:pt x="0" y="42915"/>
                  </a:lnTo>
                  <a:lnTo>
                    <a:pt x="3388" y="59595"/>
                  </a:lnTo>
                  <a:lnTo>
                    <a:pt x="12591" y="73208"/>
                  </a:lnTo>
                  <a:lnTo>
                    <a:pt x="26227" y="82377"/>
                  </a:lnTo>
                  <a:lnTo>
                    <a:pt x="28624" y="82858"/>
                  </a:lnTo>
                  <a:lnTo>
                    <a:pt x="28575" y="42915"/>
                  </a:lnTo>
                  <a:lnTo>
                    <a:pt x="85746" y="42915"/>
                  </a:lnTo>
                  <a:lnTo>
                    <a:pt x="82356" y="26227"/>
                  </a:lnTo>
                  <a:lnTo>
                    <a:pt x="73184" y="12592"/>
                  </a:lnTo>
                  <a:lnTo>
                    <a:pt x="59559" y="3389"/>
                  </a:lnTo>
                  <a:lnTo>
                    <a:pt x="59703" y="3389"/>
                  </a:lnTo>
                  <a:lnTo>
                    <a:pt x="42809" y="0"/>
                  </a:lnTo>
                  <a:close/>
                </a:path>
                <a:path w="91440" h="582930">
                  <a:moveTo>
                    <a:pt x="85703" y="42915"/>
                  </a:moveTo>
                  <a:lnTo>
                    <a:pt x="57150" y="42915"/>
                  </a:lnTo>
                  <a:lnTo>
                    <a:pt x="57199" y="82858"/>
                  </a:lnTo>
                  <a:lnTo>
                    <a:pt x="57025" y="82858"/>
                  </a:lnTo>
                  <a:lnTo>
                    <a:pt x="59391" y="82377"/>
                  </a:lnTo>
                  <a:lnTo>
                    <a:pt x="59534" y="82377"/>
                  </a:lnTo>
                  <a:lnTo>
                    <a:pt x="73096" y="73208"/>
                  </a:lnTo>
                  <a:lnTo>
                    <a:pt x="82311" y="59595"/>
                  </a:lnTo>
                  <a:lnTo>
                    <a:pt x="85703" y="42915"/>
                  </a:lnTo>
                  <a:close/>
                </a:path>
              </a:pathLst>
            </a:custGeom>
            <a:solidFill>
              <a:srgbClr val="BE2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380923" y="1720596"/>
            <a:ext cx="5162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prev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12275" y="1720596"/>
            <a:ext cx="5105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next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76419" y="3031235"/>
            <a:ext cx="9239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solidFill>
                  <a:srgbClr val="BE2D00"/>
                </a:solidFill>
                <a:latin typeface="Tahoma"/>
                <a:cs typeface="Tahoma"/>
              </a:rPr>
              <a:t>element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5075" y="4186238"/>
            <a:ext cx="7334250" cy="214312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298432" y="4146804"/>
            <a:ext cx="675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trailer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28851" y="4223004"/>
            <a:ext cx="7981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header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14934" y="4207764"/>
            <a:ext cx="177418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nodes/positions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51788" y="5975603"/>
            <a:ext cx="10382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solidFill>
                  <a:srgbClr val="BE2D00"/>
                </a:solidFill>
                <a:latin typeface="Tahoma"/>
                <a:cs typeface="Tahoma"/>
              </a:rPr>
              <a:t>elements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528176" y="3080003"/>
            <a:ext cx="5784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node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010400" y="1600200"/>
            <a:ext cx="3200400" cy="1905000"/>
          </a:xfrm>
          <a:custGeom>
            <a:avLst/>
            <a:gdLst/>
            <a:ahLst/>
            <a:cxnLst/>
            <a:rect l="l" t="t" r="r" b="b"/>
            <a:pathLst>
              <a:path w="3200400" h="1905000">
                <a:moveTo>
                  <a:pt x="0" y="317506"/>
                </a:moveTo>
                <a:lnTo>
                  <a:pt x="3442" y="270587"/>
                </a:lnTo>
                <a:lnTo>
                  <a:pt x="13442" y="225806"/>
                </a:lnTo>
                <a:lnTo>
                  <a:pt x="29509" y="183653"/>
                </a:lnTo>
                <a:lnTo>
                  <a:pt x="51152" y="144620"/>
                </a:lnTo>
                <a:lnTo>
                  <a:pt x="77878" y="109198"/>
                </a:lnTo>
                <a:lnTo>
                  <a:pt x="109198" y="77878"/>
                </a:lnTo>
                <a:lnTo>
                  <a:pt x="144620" y="51152"/>
                </a:lnTo>
                <a:lnTo>
                  <a:pt x="183653" y="29509"/>
                </a:lnTo>
                <a:lnTo>
                  <a:pt x="225806" y="13442"/>
                </a:lnTo>
                <a:lnTo>
                  <a:pt x="270587" y="3442"/>
                </a:lnTo>
                <a:lnTo>
                  <a:pt x="317506" y="0"/>
                </a:lnTo>
                <a:lnTo>
                  <a:pt x="2882894" y="0"/>
                </a:lnTo>
                <a:lnTo>
                  <a:pt x="2929812" y="3442"/>
                </a:lnTo>
                <a:lnTo>
                  <a:pt x="2974594" y="13442"/>
                </a:lnTo>
                <a:lnTo>
                  <a:pt x="3016746" y="29509"/>
                </a:lnTo>
                <a:lnTo>
                  <a:pt x="3055779" y="51152"/>
                </a:lnTo>
                <a:lnTo>
                  <a:pt x="3091201" y="77878"/>
                </a:lnTo>
                <a:lnTo>
                  <a:pt x="3122521" y="109198"/>
                </a:lnTo>
                <a:lnTo>
                  <a:pt x="3149247" y="144620"/>
                </a:lnTo>
                <a:lnTo>
                  <a:pt x="3170890" y="183653"/>
                </a:lnTo>
                <a:lnTo>
                  <a:pt x="3186957" y="225806"/>
                </a:lnTo>
                <a:lnTo>
                  <a:pt x="3196957" y="270587"/>
                </a:lnTo>
                <a:lnTo>
                  <a:pt x="3200400" y="317506"/>
                </a:lnTo>
                <a:lnTo>
                  <a:pt x="3200400" y="1587494"/>
                </a:lnTo>
                <a:lnTo>
                  <a:pt x="3196957" y="1634412"/>
                </a:lnTo>
                <a:lnTo>
                  <a:pt x="3186957" y="1679194"/>
                </a:lnTo>
                <a:lnTo>
                  <a:pt x="3170890" y="1721346"/>
                </a:lnTo>
                <a:lnTo>
                  <a:pt x="3149247" y="1760379"/>
                </a:lnTo>
                <a:lnTo>
                  <a:pt x="3122521" y="1795801"/>
                </a:lnTo>
                <a:lnTo>
                  <a:pt x="3091201" y="1827121"/>
                </a:lnTo>
                <a:lnTo>
                  <a:pt x="3055779" y="1853847"/>
                </a:lnTo>
                <a:lnTo>
                  <a:pt x="3016746" y="1875490"/>
                </a:lnTo>
                <a:lnTo>
                  <a:pt x="2974594" y="1891557"/>
                </a:lnTo>
                <a:lnTo>
                  <a:pt x="2929812" y="1901557"/>
                </a:lnTo>
                <a:lnTo>
                  <a:pt x="2882894" y="1905000"/>
                </a:lnTo>
                <a:lnTo>
                  <a:pt x="317506" y="1905000"/>
                </a:lnTo>
                <a:lnTo>
                  <a:pt x="270587" y="1901557"/>
                </a:lnTo>
                <a:lnTo>
                  <a:pt x="225806" y="1891557"/>
                </a:lnTo>
                <a:lnTo>
                  <a:pt x="183653" y="1875490"/>
                </a:lnTo>
                <a:lnTo>
                  <a:pt x="144620" y="1853847"/>
                </a:lnTo>
                <a:lnTo>
                  <a:pt x="109198" y="1827121"/>
                </a:lnTo>
                <a:lnTo>
                  <a:pt x="77878" y="1795801"/>
                </a:lnTo>
                <a:lnTo>
                  <a:pt x="51152" y="1760379"/>
                </a:lnTo>
                <a:lnTo>
                  <a:pt x="29509" y="1721346"/>
                </a:lnTo>
                <a:lnTo>
                  <a:pt x="13442" y="1679194"/>
                </a:lnTo>
                <a:lnTo>
                  <a:pt x="3442" y="1634412"/>
                </a:lnTo>
                <a:lnTo>
                  <a:pt x="0" y="1587494"/>
                </a:lnTo>
                <a:lnTo>
                  <a:pt x="0" y="317506"/>
                </a:lnTo>
                <a:close/>
              </a:path>
            </a:pathLst>
          </a:custGeom>
          <a:ln w="9525">
            <a:solidFill>
              <a:srgbClr val="4045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678940" y="6432717"/>
            <a:ext cx="32150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©</a:t>
            </a:r>
            <a:r>
              <a:rPr sz="14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2014</a:t>
            </a:r>
            <a:r>
              <a:rPr sz="14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Goodrich,</a:t>
            </a:r>
            <a:r>
              <a:rPr sz="14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40458C"/>
                </a:solidFill>
                <a:latin typeface="Tahoma"/>
                <a:cs typeface="Tahoma"/>
              </a:rPr>
              <a:t>Tamassia,</a:t>
            </a:r>
            <a:r>
              <a:rPr sz="14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40458C"/>
                </a:solidFill>
                <a:latin typeface="Tahoma"/>
                <a:cs typeface="Tahoma"/>
              </a:rPr>
              <a:t>Goldwasser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27651" y="6432717"/>
            <a:ext cx="15373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Doubly</a:t>
            </a:r>
            <a:r>
              <a:rPr sz="1400" spc="-5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40458C"/>
                </a:solidFill>
                <a:latin typeface="Tahoma"/>
                <a:cs typeface="Tahoma"/>
              </a:rPr>
              <a:t>Linked</a:t>
            </a:r>
            <a:r>
              <a:rPr sz="1400" spc="-5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40458C"/>
                </a:solidFill>
                <a:latin typeface="Tahoma"/>
                <a:cs typeface="Tahoma"/>
              </a:rPr>
              <a:t>Lists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779953" y="6432717"/>
            <a:ext cx="1225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0" dirty="0">
                <a:solidFill>
                  <a:srgbClr val="40458C"/>
                </a:solidFill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33675" y="3629025"/>
            <a:ext cx="7334250" cy="1409700"/>
            <a:chOff x="1209675" y="3629025"/>
            <a:chExt cx="7334250" cy="1409700"/>
          </a:xfrm>
        </p:grpSpPr>
        <p:sp>
          <p:nvSpPr>
            <p:cNvPr id="3" name="object 3"/>
            <p:cNvSpPr/>
            <p:nvPr/>
          </p:nvSpPr>
          <p:spPr>
            <a:xfrm>
              <a:off x="4800600" y="4038600"/>
              <a:ext cx="1752600" cy="990600"/>
            </a:xfrm>
            <a:custGeom>
              <a:avLst/>
              <a:gdLst/>
              <a:ahLst/>
              <a:cxnLst/>
              <a:rect l="l" t="t" r="r" b="b"/>
              <a:pathLst>
                <a:path w="1752600" h="990600">
                  <a:moveTo>
                    <a:pt x="1454132" y="0"/>
                  </a:moveTo>
                  <a:lnTo>
                    <a:pt x="298466" y="0"/>
                  </a:lnTo>
                  <a:lnTo>
                    <a:pt x="250053" y="3906"/>
                  </a:lnTo>
                  <a:lnTo>
                    <a:pt x="204128" y="15216"/>
                  </a:lnTo>
                  <a:lnTo>
                    <a:pt x="161304" y="33314"/>
                  </a:lnTo>
                  <a:lnTo>
                    <a:pt x="122196" y="57586"/>
                  </a:lnTo>
                  <a:lnTo>
                    <a:pt x="87418" y="87419"/>
                  </a:lnTo>
                  <a:lnTo>
                    <a:pt x="57586" y="122196"/>
                  </a:lnTo>
                  <a:lnTo>
                    <a:pt x="33314" y="161304"/>
                  </a:lnTo>
                  <a:lnTo>
                    <a:pt x="15216" y="204128"/>
                  </a:lnTo>
                  <a:lnTo>
                    <a:pt x="3906" y="250054"/>
                  </a:lnTo>
                  <a:lnTo>
                    <a:pt x="0" y="298467"/>
                  </a:lnTo>
                  <a:lnTo>
                    <a:pt x="0" y="692132"/>
                  </a:lnTo>
                  <a:lnTo>
                    <a:pt x="3906" y="740545"/>
                  </a:lnTo>
                  <a:lnTo>
                    <a:pt x="15216" y="786471"/>
                  </a:lnTo>
                  <a:lnTo>
                    <a:pt x="33314" y="829295"/>
                  </a:lnTo>
                  <a:lnTo>
                    <a:pt x="57586" y="868403"/>
                  </a:lnTo>
                  <a:lnTo>
                    <a:pt x="87418" y="903180"/>
                  </a:lnTo>
                  <a:lnTo>
                    <a:pt x="122196" y="933013"/>
                  </a:lnTo>
                  <a:lnTo>
                    <a:pt x="161304" y="957285"/>
                  </a:lnTo>
                  <a:lnTo>
                    <a:pt x="204128" y="975383"/>
                  </a:lnTo>
                  <a:lnTo>
                    <a:pt x="250053" y="986693"/>
                  </a:lnTo>
                  <a:lnTo>
                    <a:pt x="298466" y="990600"/>
                  </a:lnTo>
                  <a:lnTo>
                    <a:pt x="1454132" y="990600"/>
                  </a:lnTo>
                  <a:lnTo>
                    <a:pt x="1502545" y="986693"/>
                  </a:lnTo>
                  <a:lnTo>
                    <a:pt x="1548471" y="975383"/>
                  </a:lnTo>
                  <a:lnTo>
                    <a:pt x="1591295" y="957285"/>
                  </a:lnTo>
                  <a:lnTo>
                    <a:pt x="1630403" y="933013"/>
                  </a:lnTo>
                  <a:lnTo>
                    <a:pt x="1665180" y="903180"/>
                  </a:lnTo>
                  <a:lnTo>
                    <a:pt x="1695013" y="868403"/>
                  </a:lnTo>
                  <a:lnTo>
                    <a:pt x="1719285" y="829295"/>
                  </a:lnTo>
                  <a:lnTo>
                    <a:pt x="1737383" y="786471"/>
                  </a:lnTo>
                  <a:lnTo>
                    <a:pt x="1748693" y="740545"/>
                  </a:lnTo>
                  <a:lnTo>
                    <a:pt x="1752600" y="692132"/>
                  </a:lnTo>
                  <a:lnTo>
                    <a:pt x="1752600" y="298467"/>
                  </a:lnTo>
                  <a:lnTo>
                    <a:pt x="1748693" y="250054"/>
                  </a:lnTo>
                  <a:lnTo>
                    <a:pt x="1737383" y="204128"/>
                  </a:lnTo>
                  <a:lnTo>
                    <a:pt x="1719285" y="161304"/>
                  </a:lnTo>
                  <a:lnTo>
                    <a:pt x="1695013" y="122196"/>
                  </a:lnTo>
                  <a:lnTo>
                    <a:pt x="1665180" y="87419"/>
                  </a:lnTo>
                  <a:lnTo>
                    <a:pt x="1630403" y="57586"/>
                  </a:lnTo>
                  <a:lnTo>
                    <a:pt x="1591295" y="33314"/>
                  </a:lnTo>
                  <a:lnTo>
                    <a:pt x="1548471" y="15216"/>
                  </a:lnTo>
                  <a:lnTo>
                    <a:pt x="1502545" y="3906"/>
                  </a:lnTo>
                  <a:lnTo>
                    <a:pt x="1454132" y="0"/>
                  </a:lnTo>
                  <a:close/>
                </a:path>
              </a:pathLst>
            </a:custGeom>
            <a:solidFill>
              <a:srgbClr val="ECF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91075" y="4029058"/>
              <a:ext cx="1771650" cy="1010285"/>
            </a:xfrm>
            <a:custGeom>
              <a:avLst/>
              <a:gdLst/>
              <a:ahLst/>
              <a:cxnLst/>
              <a:rect l="l" t="t" r="r" b="b"/>
              <a:pathLst>
                <a:path w="1771650" h="1010285">
                  <a:moveTo>
                    <a:pt x="14785" y="673079"/>
                  </a:moveTo>
                  <a:lnTo>
                    <a:pt x="4264" y="673079"/>
                  </a:lnTo>
                  <a:lnTo>
                    <a:pt x="0" y="677344"/>
                  </a:lnTo>
                  <a:lnTo>
                    <a:pt x="0" y="687884"/>
                  </a:lnTo>
                  <a:lnTo>
                    <a:pt x="4264" y="692148"/>
                  </a:lnTo>
                  <a:lnTo>
                    <a:pt x="14785" y="692148"/>
                  </a:lnTo>
                  <a:lnTo>
                    <a:pt x="19050" y="687884"/>
                  </a:lnTo>
                  <a:lnTo>
                    <a:pt x="19050" y="677344"/>
                  </a:lnTo>
                  <a:lnTo>
                    <a:pt x="14785" y="673079"/>
                  </a:lnTo>
                  <a:close/>
                </a:path>
                <a:path w="1771650" h="1010285">
                  <a:moveTo>
                    <a:pt x="14785" y="634960"/>
                  </a:moveTo>
                  <a:lnTo>
                    <a:pt x="4264" y="634960"/>
                  </a:lnTo>
                  <a:lnTo>
                    <a:pt x="0" y="639225"/>
                  </a:lnTo>
                  <a:lnTo>
                    <a:pt x="0" y="649765"/>
                  </a:lnTo>
                  <a:lnTo>
                    <a:pt x="4264" y="654029"/>
                  </a:lnTo>
                  <a:lnTo>
                    <a:pt x="14785" y="654029"/>
                  </a:lnTo>
                  <a:lnTo>
                    <a:pt x="19050" y="649765"/>
                  </a:lnTo>
                  <a:lnTo>
                    <a:pt x="19050" y="639225"/>
                  </a:lnTo>
                  <a:lnTo>
                    <a:pt x="14785" y="634960"/>
                  </a:lnTo>
                  <a:close/>
                </a:path>
                <a:path w="1771650" h="1010285">
                  <a:moveTo>
                    <a:pt x="14785" y="596841"/>
                  </a:moveTo>
                  <a:lnTo>
                    <a:pt x="4264" y="596841"/>
                  </a:lnTo>
                  <a:lnTo>
                    <a:pt x="0" y="601106"/>
                  </a:lnTo>
                  <a:lnTo>
                    <a:pt x="0" y="611645"/>
                  </a:lnTo>
                  <a:lnTo>
                    <a:pt x="4264" y="615910"/>
                  </a:lnTo>
                  <a:lnTo>
                    <a:pt x="14785" y="615910"/>
                  </a:lnTo>
                  <a:lnTo>
                    <a:pt x="19050" y="611645"/>
                  </a:lnTo>
                  <a:lnTo>
                    <a:pt x="19050" y="601106"/>
                  </a:lnTo>
                  <a:lnTo>
                    <a:pt x="14785" y="596841"/>
                  </a:lnTo>
                  <a:close/>
                </a:path>
                <a:path w="1771650" h="1010285">
                  <a:moveTo>
                    <a:pt x="14785" y="558722"/>
                  </a:moveTo>
                  <a:lnTo>
                    <a:pt x="4264" y="558722"/>
                  </a:lnTo>
                  <a:lnTo>
                    <a:pt x="0" y="562987"/>
                  </a:lnTo>
                  <a:lnTo>
                    <a:pt x="0" y="573526"/>
                  </a:lnTo>
                  <a:lnTo>
                    <a:pt x="4264" y="577791"/>
                  </a:lnTo>
                  <a:lnTo>
                    <a:pt x="14785" y="577791"/>
                  </a:lnTo>
                  <a:lnTo>
                    <a:pt x="19050" y="573526"/>
                  </a:lnTo>
                  <a:lnTo>
                    <a:pt x="19050" y="562987"/>
                  </a:lnTo>
                  <a:lnTo>
                    <a:pt x="14785" y="558722"/>
                  </a:lnTo>
                  <a:close/>
                </a:path>
                <a:path w="1771650" h="1010285">
                  <a:moveTo>
                    <a:pt x="14785" y="520603"/>
                  </a:moveTo>
                  <a:lnTo>
                    <a:pt x="4264" y="520603"/>
                  </a:lnTo>
                  <a:lnTo>
                    <a:pt x="0" y="524868"/>
                  </a:lnTo>
                  <a:lnTo>
                    <a:pt x="0" y="535407"/>
                  </a:lnTo>
                  <a:lnTo>
                    <a:pt x="4264" y="539672"/>
                  </a:lnTo>
                  <a:lnTo>
                    <a:pt x="14785" y="539672"/>
                  </a:lnTo>
                  <a:lnTo>
                    <a:pt x="19050" y="535407"/>
                  </a:lnTo>
                  <a:lnTo>
                    <a:pt x="19050" y="524868"/>
                  </a:lnTo>
                  <a:lnTo>
                    <a:pt x="14785" y="520603"/>
                  </a:lnTo>
                  <a:close/>
                </a:path>
                <a:path w="1771650" h="1010285">
                  <a:moveTo>
                    <a:pt x="14785" y="482484"/>
                  </a:moveTo>
                  <a:lnTo>
                    <a:pt x="4264" y="482484"/>
                  </a:lnTo>
                  <a:lnTo>
                    <a:pt x="0" y="486749"/>
                  </a:lnTo>
                  <a:lnTo>
                    <a:pt x="0" y="497288"/>
                  </a:lnTo>
                  <a:lnTo>
                    <a:pt x="4264" y="501553"/>
                  </a:lnTo>
                  <a:lnTo>
                    <a:pt x="14785" y="501553"/>
                  </a:lnTo>
                  <a:lnTo>
                    <a:pt x="19050" y="497288"/>
                  </a:lnTo>
                  <a:lnTo>
                    <a:pt x="19050" y="486749"/>
                  </a:lnTo>
                  <a:lnTo>
                    <a:pt x="14785" y="482484"/>
                  </a:lnTo>
                  <a:close/>
                </a:path>
                <a:path w="1771650" h="1010285">
                  <a:moveTo>
                    <a:pt x="14785" y="444365"/>
                  </a:moveTo>
                  <a:lnTo>
                    <a:pt x="4264" y="444365"/>
                  </a:lnTo>
                  <a:lnTo>
                    <a:pt x="0" y="448630"/>
                  </a:lnTo>
                  <a:lnTo>
                    <a:pt x="0" y="459169"/>
                  </a:lnTo>
                  <a:lnTo>
                    <a:pt x="4264" y="463434"/>
                  </a:lnTo>
                  <a:lnTo>
                    <a:pt x="14785" y="463434"/>
                  </a:lnTo>
                  <a:lnTo>
                    <a:pt x="19050" y="459169"/>
                  </a:lnTo>
                  <a:lnTo>
                    <a:pt x="19050" y="448630"/>
                  </a:lnTo>
                  <a:lnTo>
                    <a:pt x="14785" y="444365"/>
                  </a:lnTo>
                  <a:close/>
                </a:path>
                <a:path w="1771650" h="1010285">
                  <a:moveTo>
                    <a:pt x="14785" y="406246"/>
                  </a:moveTo>
                  <a:lnTo>
                    <a:pt x="4264" y="406246"/>
                  </a:lnTo>
                  <a:lnTo>
                    <a:pt x="0" y="410510"/>
                  </a:lnTo>
                  <a:lnTo>
                    <a:pt x="0" y="421050"/>
                  </a:lnTo>
                  <a:lnTo>
                    <a:pt x="4264" y="425315"/>
                  </a:lnTo>
                  <a:lnTo>
                    <a:pt x="14785" y="425315"/>
                  </a:lnTo>
                  <a:lnTo>
                    <a:pt x="19050" y="421050"/>
                  </a:lnTo>
                  <a:lnTo>
                    <a:pt x="19050" y="410510"/>
                  </a:lnTo>
                  <a:lnTo>
                    <a:pt x="14785" y="406246"/>
                  </a:lnTo>
                  <a:close/>
                </a:path>
                <a:path w="1771650" h="1010285">
                  <a:moveTo>
                    <a:pt x="14785" y="368127"/>
                  </a:moveTo>
                  <a:lnTo>
                    <a:pt x="4264" y="368127"/>
                  </a:lnTo>
                  <a:lnTo>
                    <a:pt x="0" y="372391"/>
                  </a:lnTo>
                  <a:lnTo>
                    <a:pt x="0" y="382931"/>
                  </a:lnTo>
                  <a:lnTo>
                    <a:pt x="4264" y="387196"/>
                  </a:lnTo>
                  <a:lnTo>
                    <a:pt x="14785" y="387196"/>
                  </a:lnTo>
                  <a:lnTo>
                    <a:pt x="19050" y="382931"/>
                  </a:lnTo>
                  <a:lnTo>
                    <a:pt x="19050" y="372391"/>
                  </a:lnTo>
                  <a:lnTo>
                    <a:pt x="14785" y="368127"/>
                  </a:lnTo>
                  <a:close/>
                </a:path>
                <a:path w="1771650" h="1010285">
                  <a:moveTo>
                    <a:pt x="14785" y="330008"/>
                  </a:moveTo>
                  <a:lnTo>
                    <a:pt x="4264" y="330008"/>
                  </a:lnTo>
                  <a:lnTo>
                    <a:pt x="0" y="334272"/>
                  </a:lnTo>
                  <a:lnTo>
                    <a:pt x="0" y="344812"/>
                  </a:lnTo>
                  <a:lnTo>
                    <a:pt x="4264" y="349077"/>
                  </a:lnTo>
                  <a:lnTo>
                    <a:pt x="14785" y="349077"/>
                  </a:lnTo>
                  <a:lnTo>
                    <a:pt x="19050" y="344812"/>
                  </a:lnTo>
                  <a:lnTo>
                    <a:pt x="19050" y="334272"/>
                  </a:lnTo>
                  <a:lnTo>
                    <a:pt x="14785" y="330008"/>
                  </a:lnTo>
                  <a:close/>
                </a:path>
                <a:path w="1771650" h="1010285">
                  <a:moveTo>
                    <a:pt x="5083" y="291644"/>
                  </a:moveTo>
                  <a:lnTo>
                    <a:pt x="609" y="295689"/>
                  </a:lnTo>
                  <a:lnTo>
                    <a:pt x="78" y="306214"/>
                  </a:lnTo>
                  <a:lnTo>
                    <a:pt x="4122" y="310688"/>
                  </a:lnTo>
                  <a:lnTo>
                    <a:pt x="14630" y="311219"/>
                  </a:lnTo>
                  <a:lnTo>
                    <a:pt x="19104" y="307176"/>
                  </a:lnTo>
                  <a:lnTo>
                    <a:pt x="19635" y="296649"/>
                  </a:lnTo>
                  <a:lnTo>
                    <a:pt x="15591" y="292174"/>
                  </a:lnTo>
                  <a:lnTo>
                    <a:pt x="5083" y="291644"/>
                  </a:lnTo>
                  <a:close/>
                </a:path>
                <a:path w="1771650" h="1010285">
                  <a:moveTo>
                    <a:pt x="9438" y="253286"/>
                  </a:moveTo>
                  <a:lnTo>
                    <a:pt x="4579" y="256858"/>
                  </a:lnTo>
                  <a:lnTo>
                    <a:pt x="2989" y="267277"/>
                  </a:lnTo>
                  <a:lnTo>
                    <a:pt x="6562" y="272136"/>
                  </a:lnTo>
                  <a:lnTo>
                    <a:pt x="16962" y="273724"/>
                  </a:lnTo>
                  <a:lnTo>
                    <a:pt x="21821" y="270153"/>
                  </a:lnTo>
                  <a:lnTo>
                    <a:pt x="23411" y="259732"/>
                  </a:lnTo>
                  <a:lnTo>
                    <a:pt x="19839" y="254873"/>
                  </a:lnTo>
                  <a:lnTo>
                    <a:pt x="9438" y="253286"/>
                  </a:lnTo>
                  <a:close/>
                </a:path>
                <a:path w="1771650" h="1010285">
                  <a:moveTo>
                    <a:pt x="18418" y="215726"/>
                  </a:moveTo>
                  <a:lnTo>
                    <a:pt x="13227" y="218794"/>
                  </a:lnTo>
                  <a:lnTo>
                    <a:pt x="10601" y="229002"/>
                  </a:lnTo>
                  <a:lnTo>
                    <a:pt x="13670" y="234194"/>
                  </a:lnTo>
                  <a:lnTo>
                    <a:pt x="23860" y="236814"/>
                  </a:lnTo>
                  <a:lnTo>
                    <a:pt x="29052" y="233746"/>
                  </a:lnTo>
                  <a:lnTo>
                    <a:pt x="31581" y="223907"/>
                  </a:lnTo>
                  <a:lnTo>
                    <a:pt x="31676" y="223537"/>
                  </a:lnTo>
                  <a:lnTo>
                    <a:pt x="28608" y="218346"/>
                  </a:lnTo>
                  <a:lnTo>
                    <a:pt x="18418" y="215726"/>
                  </a:lnTo>
                  <a:close/>
                </a:path>
                <a:path w="1771650" h="1010285">
                  <a:moveTo>
                    <a:pt x="33106" y="179451"/>
                  </a:moveTo>
                  <a:lnTo>
                    <a:pt x="27414" y="181441"/>
                  </a:lnTo>
                  <a:lnTo>
                    <a:pt x="22838" y="190936"/>
                  </a:lnTo>
                  <a:lnTo>
                    <a:pt x="24828" y="196629"/>
                  </a:lnTo>
                  <a:lnTo>
                    <a:pt x="34306" y="201197"/>
                  </a:lnTo>
                  <a:lnTo>
                    <a:pt x="39998" y="199205"/>
                  </a:lnTo>
                  <a:lnTo>
                    <a:pt x="44574" y="189711"/>
                  </a:lnTo>
                  <a:lnTo>
                    <a:pt x="42584" y="184017"/>
                  </a:lnTo>
                  <a:lnTo>
                    <a:pt x="33106" y="179451"/>
                  </a:lnTo>
                  <a:close/>
                </a:path>
                <a:path w="1771650" h="1010285">
                  <a:moveTo>
                    <a:pt x="51626" y="145602"/>
                  </a:moveTo>
                  <a:lnTo>
                    <a:pt x="45768" y="147034"/>
                  </a:lnTo>
                  <a:lnTo>
                    <a:pt x="40295" y="156042"/>
                  </a:lnTo>
                  <a:lnTo>
                    <a:pt x="41727" y="161900"/>
                  </a:lnTo>
                  <a:lnTo>
                    <a:pt x="50718" y="167363"/>
                  </a:lnTo>
                  <a:lnTo>
                    <a:pt x="56577" y="165931"/>
                  </a:lnTo>
                  <a:lnTo>
                    <a:pt x="62049" y="156923"/>
                  </a:lnTo>
                  <a:lnTo>
                    <a:pt x="60736" y="151545"/>
                  </a:lnTo>
                  <a:lnTo>
                    <a:pt x="60619" y="151065"/>
                  </a:lnTo>
                  <a:lnTo>
                    <a:pt x="51626" y="145602"/>
                  </a:lnTo>
                  <a:close/>
                </a:path>
                <a:path w="1771650" h="1010285">
                  <a:moveTo>
                    <a:pt x="74067" y="114203"/>
                  </a:moveTo>
                  <a:lnTo>
                    <a:pt x="68098" y="115064"/>
                  </a:lnTo>
                  <a:lnTo>
                    <a:pt x="61786" y="123504"/>
                  </a:lnTo>
                  <a:lnTo>
                    <a:pt x="62647" y="129473"/>
                  </a:lnTo>
                  <a:lnTo>
                    <a:pt x="71073" y="135775"/>
                  </a:lnTo>
                  <a:lnTo>
                    <a:pt x="77042" y="134913"/>
                  </a:lnTo>
                  <a:lnTo>
                    <a:pt x="83355" y="126472"/>
                  </a:lnTo>
                  <a:lnTo>
                    <a:pt x="82492" y="120503"/>
                  </a:lnTo>
                  <a:lnTo>
                    <a:pt x="74067" y="114203"/>
                  </a:lnTo>
                  <a:close/>
                </a:path>
                <a:path w="1771650" h="1010285">
                  <a:moveTo>
                    <a:pt x="95135" y="85731"/>
                  </a:moveTo>
                  <a:lnTo>
                    <a:pt x="87336" y="92821"/>
                  </a:lnTo>
                  <a:lnTo>
                    <a:pt x="87049" y="98846"/>
                  </a:lnTo>
                  <a:lnTo>
                    <a:pt x="94127" y="106630"/>
                  </a:lnTo>
                  <a:lnTo>
                    <a:pt x="100150" y="106917"/>
                  </a:lnTo>
                  <a:lnTo>
                    <a:pt x="107950" y="99828"/>
                  </a:lnTo>
                  <a:lnTo>
                    <a:pt x="108237" y="93803"/>
                  </a:lnTo>
                  <a:lnTo>
                    <a:pt x="101159" y="86018"/>
                  </a:lnTo>
                  <a:lnTo>
                    <a:pt x="95135" y="85731"/>
                  </a:lnTo>
                  <a:close/>
                </a:path>
                <a:path w="1771650" h="1010285">
                  <a:moveTo>
                    <a:pt x="125002" y="60670"/>
                  </a:moveTo>
                  <a:lnTo>
                    <a:pt x="116561" y="66983"/>
                  </a:lnTo>
                  <a:lnTo>
                    <a:pt x="115700" y="72952"/>
                  </a:lnTo>
                  <a:lnTo>
                    <a:pt x="122001" y="81377"/>
                  </a:lnTo>
                  <a:lnTo>
                    <a:pt x="127970" y="82238"/>
                  </a:lnTo>
                  <a:lnTo>
                    <a:pt x="136410" y="75926"/>
                  </a:lnTo>
                  <a:lnTo>
                    <a:pt x="137271" y="69957"/>
                  </a:lnTo>
                  <a:lnTo>
                    <a:pt x="130971" y="61532"/>
                  </a:lnTo>
                  <a:lnTo>
                    <a:pt x="125002" y="60670"/>
                  </a:lnTo>
                  <a:close/>
                </a:path>
                <a:path w="1771650" h="1010285">
                  <a:moveTo>
                    <a:pt x="157640" y="39331"/>
                  </a:moveTo>
                  <a:lnTo>
                    <a:pt x="148631" y="44803"/>
                  </a:lnTo>
                  <a:lnTo>
                    <a:pt x="147201" y="50662"/>
                  </a:lnTo>
                  <a:lnTo>
                    <a:pt x="152664" y="59654"/>
                  </a:lnTo>
                  <a:lnTo>
                    <a:pt x="158522" y="61084"/>
                  </a:lnTo>
                  <a:lnTo>
                    <a:pt x="167530" y="55612"/>
                  </a:lnTo>
                  <a:lnTo>
                    <a:pt x="168962" y="49753"/>
                  </a:lnTo>
                  <a:lnTo>
                    <a:pt x="163499" y="40761"/>
                  </a:lnTo>
                  <a:lnTo>
                    <a:pt x="157640" y="39331"/>
                  </a:lnTo>
                  <a:close/>
                </a:path>
                <a:path w="1771650" h="1010285">
                  <a:moveTo>
                    <a:pt x="193694" y="22166"/>
                  </a:moveTo>
                  <a:lnTo>
                    <a:pt x="183795" y="25788"/>
                  </a:lnTo>
                  <a:lnTo>
                    <a:pt x="181256" y="31258"/>
                  </a:lnTo>
                  <a:lnTo>
                    <a:pt x="184872" y="41139"/>
                  </a:lnTo>
                  <a:lnTo>
                    <a:pt x="190342" y="43677"/>
                  </a:lnTo>
                  <a:lnTo>
                    <a:pt x="200240" y="40055"/>
                  </a:lnTo>
                  <a:lnTo>
                    <a:pt x="202779" y="34585"/>
                  </a:lnTo>
                  <a:lnTo>
                    <a:pt x="199163" y="24705"/>
                  </a:lnTo>
                  <a:lnTo>
                    <a:pt x="193694" y="22166"/>
                  </a:lnTo>
                  <a:close/>
                </a:path>
                <a:path w="1771650" h="1010285">
                  <a:moveTo>
                    <a:pt x="230816" y="10148"/>
                  </a:moveTo>
                  <a:lnTo>
                    <a:pt x="220607" y="12772"/>
                  </a:lnTo>
                  <a:lnTo>
                    <a:pt x="217539" y="17964"/>
                  </a:lnTo>
                  <a:lnTo>
                    <a:pt x="220159" y="28154"/>
                  </a:lnTo>
                  <a:lnTo>
                    <a:pt x="225351" y="31222"/>
                  </a:lnTo>
                  <a:lnTo>
                    <a:pt x="235559" y="28597"/>
                  </a:lnTo>
                  <a:lnTo>
                    <a:pt x="238627" y="23406"/>
                  </a:lnTo>
                  <a:lnTo>
                    <a:pt x="236007" y="13216"/>
                  </a:lnTo>
                  <a:lnTo>
                    <a:pt x="230816" y="10148"/>
                  </a:lnTo>
                  <a:close/>
                </a:path>
                <a:path w="1771650" h="1010285">
                  <a:moveTo>
                    <a:pt x="269129" y="2720"/>
                  </a:moveTo>
                  <a:lnTo>
                    <a:pt x="258710" y="4311"/>
                  </a:lnTo>
                  <a:lnTo>
                    <a:pt x="255137" y="9170"/>
                  </a:lnTo>
                  <a:lnTo>
                    <a:pt x="256725" y="19570"/>
                  </a:lnTo>
                  <a:lnTo>
                    <a:pt x="261584" y="23143"/>
                  </a:lnTo>
                  <a:lnTo>
                    <a:pt x="272004" y="21551"/>
                  </a:lnTo>
                  <a:lnTo>
                    <a:pt x="275576" y="16692"/>
                  </a:lnTo>
                  <a:lnTo>
                    <a:pt x="273988" y="6292"/>
                  </a:lnTo>
                  <a:lnTo>
                    <a:pt x="269129" y="2720"/>
                  </a:lnTo>
                  <a:close/>
                </a:path>
                <a:path w="1771650" h="1010285">
                  <a:moveTo>
                    <a:pt x="308086" y="0"/>
                  </a:moveTo>
                  <a:lnTo>
                    <a:pt x="297559" y="530"/>
                  </a:lnTo>
                  <a:lnTo>
                    <a:pt x="293516" y="5005"/>
                  </a:lnTo>
                  <a:lnTo>
                    <a:pt x="293997" y="14551"/>
                  </a:lnTo>
                  <a:lnTo>
                    <a:pt x="294045" y="15513"/>
                  </a:lnTo>
                  <a:lnTo>
                    <a:pt x="298519" y="19556"/>
                  </a:lnTo>
                  <a:lnTo>
                    <a:pt x="309046" y="19025"/>
                  </a:lnTo>
                  <a:lnTo>
                    <a:pt x="313090" y="14551"/>
                  </a:lnTo>
                  <a:lnTo>
                    <a:pt x="312609" y="5005"/>
                  </a:lnTo>
                  <a:lnTo>
                    <a:pt x="312560" y="4043"/>
                  </a:lnTo>
                  <a:lnTo>
                    <a:pt x="308086" y="0"/>
                  </a:lnTo>
                  <a:close/>
                </a:path>
                <a:path w="1771650" h="1010285">
                  <a:moveTo>
                    <a:pt x="346685" y="16"/>
                  </a:moveTo>
                  <a:lnTo>
                    <a:pt x="336146" y="16"/>
                  </a:lnTo>
                  <a:lnTo>
                    <a:pt x="331881" y="4281"/>
                  </a:lnTo>
                  <a:lnTo>
                    <a:pt x="331881" y="14801"/>
                  </a:lnTo>
                  <a:lnTo>
                    <a:pt x="336146" y="19066"/>
                  </a:lnTo>
                  <a:lnTo>
                    <a:pt x="346685" y="19066"/>
                  </a:lnTo>
                  <a:lnTo>
                    <a:pt x="350950" y="14801"/>
                  </a:lnTo>
                  <a:lnTo>
                    <a:pt x="350950" y="4281"/>
                  </a:lnTo>
                  <a:lnTo>
                    <a:pt x="346685" y="16"/>
                  </a:lnTo>
                  <a:close/>
                </a:path>
                <a:path w="1771650" h="1010285">
                  <a:moveTo>
                    <a:pt x="384804" y="16"/>
                  </a:moveTo>
                  <a:lnTo>
                    <a:pt x="374265" y="16"/>
                  </a:lnTo>
                  <a:lnTo>
                    <a:pt x="370000" y="4281"/>
                  </a:lnTo>
                  <a:lnTo>
                    <a:pt x="370000" y="14801"/>
                  </a:lnTo>
                  <a:lnTo>
                    <a:pt x="374265" y="19066"/>
                  </a:lnTo>
                  <a:lnTo>
                    <a:pt x="384804" y="19066"/>
                  </a:lnTo>
                  <a:lnTo>
                    <a:pt x="389069" y="14801"/>
                  </a:lnTo>
                  <a:lnTo>
                    <a:pt x="389069" y="4281"/>
                  </a:lnTo>
                  <a:lnTo>
                    <a:pt x="384804" y="16"/>
                  </a:lnTo>
                  <a:close/>
                </a:path>
                <a:path w="1771650" h="1010285">
                  <a:moveTo>
                    <a:pt x="422923" y="16"/>
                  </a:moveTo>
                  <a:lnTo>
                    <a:pt x="412384" y="16"/>
                  </a:lnTo>
                  <a:lnTo>
                    <a:pt x="408119" y="4281"/>
                  </a:lnTo>
                  <a:lnTo>
                    <a:pt x="408119" y="14801"/>
                  </a:lnTo>
                  <a:lnTo>
                    <a:pt x="412384" y="19066"/>
                  </a:lnTo>
                  <a:lnTo>
                    <a:pt x="422923" y="19066"/>
                  </a:lnTo>
                  <a:lnTo>
                    <a:pt x="427188" y="14801"/>
                  </a:lnTo>
                  <a:lnTo>
                    <a:pt x="427188" y="4281"/>
                  </a:lnTo>
                  <a:lnTo>
                    <a:pt x="422923" y="16"/>
                  </a:lnTo>
                  <a:close/>
                </a:path>
                <a:path w="1771650" h="1010285">
                  <a:moveTo>
                    <a:pt x="461043" y="16"/>
                  </a:moveTo>
                  <a:lnTo>
                    <a:pt x="450503" y="16"/>
                  </a:lnTo>
                  <a:lnTo>
                    <a:pt x="446238" y="4281"/>
                  </a:lnTo>
                  <a:lnTo>
                    <a:pt x="446238" y="14801"/>
                  </a:lnTo>
                  <a:lnTo>
                    <a:pt x="450503" y="19066"/>
                  </a:lnTo>
                  <a:lnTo>
                    <a:pt x="461043" y="19066"/>
                  </a:lnTo>
                  <a:lnTo>
                    <a:pt x="465307" y="14801"/>
                  </a:lnTo>
                  <a:lnTo>
                    <a:pt x="465307" y="4281"/>
                  </a:lnTo>
                  <a:lnTo>
                    <a:pt x="461043" y="16"/>
                  </a:lnTo>
                  <a:close/>
                </a:path>
                <a:path w="1771650" h="1010285">
                  <a:moveTo>
                    <a:pt x="499162" y="16"/>
                  </a:moveTo>
                  <a:lnTo>
                    <a:pt x="488622" y="16"/>
                  </a:lnTo>
                  <a:lnTo>
                    <a:pt x="484357" y="4281"/>
                  </a:lnTo>
                  <a:lnTo>
                    <a:pt x="484357" y="14801"/>
                  </a:lnTo>
                  <a:lnTo>
                    <a:pt x="488622" y="19066"/>
                  </a:lnTo>
                  <a:lnTo>
                    <a:pt x="499162" y="19066"/>
                  </a:lnTo>
                  <a:lnTo>
                    <a:pt x="503426" y="14801"/>
                  </a:lnTo>
                  <a:lnTo>
                    <a:pt x="503426" y="4281"/>
                  </a:lnTo>
                  <a:lnTo>
                    <a:pt x="499162" y="16"/>
                  </a:lnTo>
                  <a:close/>
                </a:path>
                <a:path w="1771650" h="1010285">
                  <a:moveTo>
                    <a:pt x="537281" y="16"/>
                  </a:moveTo>
                  <a:lnTo>
                    <a:pt x="526741" y="16"/>
                  </a:lnTo>
                  <a:lnTo>
                    <a:pt x="522476" y="4281"/>
                  </a:lnTo>
                  <a:lnTo>
                    <a:pt x="522476" y="14801"/>
                  </a:lnTo>
                  <a:lnTo>
                    <a:pt x="526741" y="19066"/>
                  </a:lnTo>
                  <a:lnTo>
                    <a:pt x="537281" y="19066"/>
                  </a:lnTo>
                  <a:lnTo>
                    <a:pt x="541545" y="14801"/>
                  </a:lnTo>
                  <a:lnTo>
                    <a:pt x="541545" y="4281"/>
                  </a:lnTo>
                  <a:lnTo>
                    <a:pt x="537281" y="16"/>
                  </a:lnTo>
                  <a:close/>
                </a:path>
                <a:path w="1771650" h="1010285">
                  <a:moveTo>
                    <a:pt x="575400" y="16"/>
                  </a:moveTo>
                  <a:lnTo>
                    <a:pt x="564860" y="16"/>
                  </a:lnTo>
                  <a:lnTo>
                    <a:pt x="560595" y="4281"/>
                  </a:lnTo>
                  <a:lnTo>
                    <a:pt x="560595" y="14801"/>
                  </a:lnTo>
                  <a:lnTo>
                    <a:pt x="564860" y="19066"/>
                  </a:lnTo>
                  <a:lnTo>
                    <a:pt x="575400" y="19066"/>
                  </a:lnTo>
                  <a:lnTo>
                    <a:pt x="579664" y="14801"/>
                  </a:lnTo>
                  <a:lnTo>
                    <a:pt x="579664" y="4281"/>
                  </a:lnTo>
                  <a:lnTo>
                    <a:pt x="575400" y="16"/>
                  </a:lnTo>
                  <a:close/>
                </a:path>
                <a:path w="1771650" h="1010285">
                  <a:moveTo>
                    <a:pt x="613519" y="16"/>
                  </a:moveTo>
                  <a:lnTo>
                    <a:pt x="602979" y="16"/>
                  </a:lnTo>
                  <a:lnTo>
                    <a:pt x="598714" y="4281"/>
                  </a:lnTo>
                  <a:lnTo>
                    <a:pt x="598714" y="14801"/>
                  </a:lnTo>
                  <a:lnTo>
                    <a:pt x="602979" y="19066"/>
                  </a:lnTo>
                  <a:lnTo>
                    <a:pt x="613519" y="19066"/>
                  </a:lnTo>
                  <a:lnTo>
                    <a:pt x="617783" y="14801"/>
                  </a:lnTo>
                  <a:lnTo>
                    <a:pt x="617783" y="4281"/>
                  </a:lnTo>
                  <a:lnTo>
                    <a:pt x="613519" y="16"/>
                  </a:lnTo>
                  <a:close/>
                </a:path>
                <a:path w="1771650" h="1010285">
                  <a:moveTo>
                    <a:pt x="651638" y="16"/>
                  </a:moveTo>
                  <a:lnTo>
                    <a:pt x="641098" y="16"/>
                  </a:lnTo>
                  <a:lnTo>
                    <a:pt x="636833" y="4281"/>
                  </a:lnTo>
                  <a:lnTo>
                    <a:pt x="636833" y="14801"/>
                  </a:lnTo>
                  <a:lnTo>
                    <a:pt x="641098" y="19066"/>
                  </a:lnTo>
                  <a:lnTo>
                    <a:pt x="651638" y="19066"/>
                  </a:lnTo>
                  <a:lnTo>
                    <a:pt x="655902" y="14801"/>
                  </a:lnTo>
                  <a:lnTo>
                    <a:pt x="655902" y="4281"/>
                  </a:lnTo>
                  <a:lnTo>
                    <a:pt x="651638" y="16"/>
                  </a:lnTo>
                  <a:close/>
                </a:path>
                <a:path w="1771650" h="1010285">
                  <a:moveTo>
                    <a:pt x="689757" y="16"/>
                  </a:moveTo>
                  <a:lnTo>
                    <a:pt x="679217" y="16"/>
                  </a:lnTo>
                  <a:lnTo>
                    <a:pt x="674952" y="4281"/>
                  </a:lnTo>
                  <a:lnTo>
                    <a:pt x="674952" y="14801"/>
                  </a:lnTo>
                  <a:lnTo>
                    <a:pt x="679217" y="19066"/>
                  </a:lnTo>
                  <a:lnTo>
                    <a:pt x="689757" y="19066"/>
                  </a:lnTo>
                  <a:lnTo>
                    <a:pt x="694021" y="14801"/>
                  </a:lnTo>
                  <a:lnTo>
                    <a:pt x="694021" y="4281"/>
                  </a:lnTo>
                  <a:lnTo>
                    <a:pt x="689757" y="16"/>
                  </a:lnTo>
                  <a:close/>
                </a:path>
                <a:path w="1771650" h="1010285">
                  <a:moveTo>
                    <a:pt x="727876" y="16"/>
                  </a:moveTo>
                  <a:lnTo>
                    <a:pt x="717336" y="16"/>
                  </a:lnTo>
                  <a:lnTo>
                    <a:pt x="713071" y="4281"/>
                  </a:lnTo>
                  <a:lnTo>
                    <a:pt x="713071" y="14801"/>
                  </a:lnTo>
                  <a:lnTo>
                    <a:pt x="717336" y="19066"/>
                  </a:lnTo>
                  <a:lnTo>
                    <a:pt x="727876" y="19066"/>
                  </a:lnTo>
                  <a:lnTo>
                    <a:pt x="732141" y="14801"/>
                  </a:lnTo>
                  <a:lnTo>
                    <a:pt x="732141" y="4281"/>
                  </a:lnTo>
                  <a:lnTo>
                    <a:pt x="727876" y="16"/>
                  </a:lnTo>
                  <a:close/>
                </a:path>
                <a:path w="1771650" h="1010285">
                  <a:moveTo>
                    <a:pt x="765995" y="16"/>
                  </a:moveTo>
                  <a:lnTo>
                    <a:pt x="755455" y="16"/>
                  </a:lnTo>
                  <a:lnTo>
                    <a:pt x="751191" y="4281"/>
                  </a:lnTo>
                  <a:lnTo>
                    <a:pt x="751191" y="14801"/>
                  </a:lnTo>
                  <a:lnTo>
                    <a:pt x="755455" y="19066"/>
                  </a:lnTo>
                  <a:lnTo>
                    <a:pt x="765995" y="19066"/>
                  </a:lnTo>
                  <a:lnTo>
                    <a:pt x="770260" y="14801"/>
                  </a:lnTo>
                  <a:lnTo>
                    <a:pt x="770260" y="4281"/>
                  </a:lnTo>
                  <a:lnTo>
                    <a:pt x="765995" y="16"/>
                  </a:lnTo>
                  <a:close/>
                </a:path>
                <a:path w="1771650" h="1010285">
                  <a:moveTo>
                    <a:pt x="804114" y="16"/>
                  </a:moveTo>
                  <a:lnTo>
                    <a:pt x="793574" y="16"/>
                  </a:lnTo>
                  <a:lnTo>
                    <a:pt x="789310" y="4281"/>
                  </a:lnTo>
                  <a:lnTo>
                    <a:pt x="789310" y="14801"/>
                  </a:lnTo>
                  <a:lnTo>
                    <a:pt x="793574" y="19066"/>
                  </a:lnTo>
                  <a:lnTo>
                    <a:pt x="804114" y="19066"/>
                  </a:lnTo>
                  <a:lnTo>
                    <a:pt x="808379" y="14801"/>
                  </a:lnTo>
                  <a:lnTo>
                    <a:pt x="808379" y="4281"/>
                  </a:lnTo>
                  <a:lnTo>
                    <a:pt x="804114" y="16"/>
                  </a:lnTo>
                  <a:close/>
                </a:path>
                <a:path w="1771650" h="1010285">
                  <a:moveTo>
                    <a:pt x="842233" y="16"/>
                  </a:moveTo>
                  <a:lnTo>
                    <a:pt x="831693" y="16"/>
                  </a:lnTo>
                  <a:lnTo>
                    <a:pt x="827429" y="4281"/>
                  </a:lnTo>
                  <a:lnTo>
                    <a:pt x="827429" y="14801"/>
                  </a:lnTo>
                  <a:lnTo>
                    <a:pt x="831693" y="19066"/>
                  </a:lnTo>
                  <a:lnTo>
                    <a:pt x="842233" y="19066"/>
                  </a:lnTo>
                  <a:lnTo>
                    <a:pt x="846498" y="14801"/>
                  </a:lnTo>
                  <a:lnTo>
                    <a:pt x="846498" y="4281"/>
                  </a:lnTo>
                  <a:lnTo>
                    <a:pt x="842233" y="16"/>
                  </a:lnTo>
                  <a:close/>
                </a:path>
                <a:path w="1771650" h="1010285">
                  <a:moveTo>
                    <a:pt x="880352" y="16"/>
                  </a:moveTo>
                  <a:lnTo>
                    <a:pt x="869812" y="16"/>
                  </a:lnTo>
                  <a:lnTo>
                    <a:pt x="865548" y="4281"/>
                  </a:lnTo>
                  <a:lnTo>
                    <a:pt x="865548" y="14801"/>
                  </a:lnTo>
                  <a:lnTo>
                    <a:pt x="869812" y="19066"/>
                  </a:lnTo>
                  <a:lnTo>
                    <a:pt x="880352" y="19066"/>
                  </a:lnTo>
                  <a:lnTo>
                    <a:pt x="884617" y="14801"/>
                  </a:lnTo>
                  <a:lnTo>
                    <a:pt x="884617" y="4281"/>
                  </a:lnTo>
                  <a:lnTo>
                    <a:pt x="880352" y="16"/>
                  </a:lnTo>
                  <a:close/>
                </a:path>
                <a:path w="1771650" h="1010285">
                  <a:moveTo>
                    <a:pt x="918471" y="16"/>
                  </a:moveTo>
                  <a:lnTo>
                    <a:pt x="907931" y="16"/>
                  </a:lnTo>
                  <a:lnTo>
                    <a:pt x="903667" y="4281"/>
                  </a:lnTo>
                  <a:lnTo>
                    <a:pt x="903667" y="14801"/>
                  </a:lnTo>
                  <a:lnTo>
                    <a:pt x="907931" y="19066"/>
                  </a:lnTo>
                  <a:lnTo>
                    <a:pt x="918471" y="19066"/>
                  </a:lnTo>
                  <a:lnTo>
                    <a:pt x="922736" y="14801"/>
                  </a:lnTo>
                  <a:lnTo>
                    <a:pt x="922736" y="4281"/>
                  </a:lnTo>
                  <a:lnTo>
                    <a:pt x="918471" y="16"/>
                  </a:lnTo>
                  <a:close/>
                </a:path>
                <a:path w="1771650" h="1010285">
                  <a:moveTo>
                    <a:pt x="956591" y="16"/>
                  </a:moveTo>
                  <a:lnTo>
                    <a:pt x="946050" y="16"/>
                  </a:lnTo>
                  <a:lnTo>
                    <a:pt x="941786" y="4281"/>
                  </a:lnTo>
                  <a:lnTo>
                    <a:pt x="941786" y="14801"/>
                  </a:lnTo>
                  <a:lnTo>
                    <a:pt x="946050" y="19066"/>
                  </a:lnTo>
                  <a:lnTo>
                    <a:pt x="956591" y="19066"/>
                  </a:lnTo>
                  <a:lnTo>
                    <a:pt x="960855" y="14801"/>
                  </a:lnTo>
                  <a:lnTo>
                    <a:pt x="960855" y="4281"/>
                  </a:lnTo>
                  <a:lnTo>
                    <a:pt x="956591" y="16"/>
                  </a:lnTo>
                  <a:close/>
                </a:path>
                <a:path w="1771650" h="1010285">
                  <a:moveTo>
                    <a:pt x="994710" y="16"/>
                  </a:moveTo>
                  <a:lnTo>
                    <a:pt x="984169" y="16"/>
                  </a:lnTo>
                  <a:lnTo>
                    <a:pt x="979905" y="4281"/>
                  </a:lnTo>
                  <a:lnTo>
                    <a:pt x="979905" y="14801"/>
                  </a:lnTo>
                  <a:lnTo>
                    <a:pt x="984169" y="19066"/>
                  </a:lnTo>
                  <a:lnTo>
                    <a:pt x="994710" y="19066"/>
                  </a:lnTo>
                  <a:lnTo>
                    <a:pt x="998974" y="14801"/>
                  </a:lnTo>
                  <a:lnTo>
                    <a:pt x="998974" y="4281"/>
                  </a:lnTo>
                  <a:lnTo>
                    <a:pt x="994710" y="16"/>
                  </a:lnTo>
                  <a:close/>
                </a:path>
                <a:path w="1771650" h="1010285">
                  <a:moveTo>
                    <a:pt x="1032830" y="16"/>
                  </a:moveTo>
                  <a:lnTo>
                    <a:pt x="1022289" y="16"/>
                  </a:lnTo>
                  <a:lnTo>
                    <a:pt x="1018024" y="4281"/>
                  </a:lnTo>
                  <a:lnTo>
                    <a:pt x="1018024" y="14801"/>
                  </a:lnTo>
                  <a:lnTo>
                    <a:pt x="1022289" y="19066"/>
                  </a:lnTo>
                  <a:lnTo>
                    <a:pt x="1032830" y="19066"/>
                  </a:lnTo>
                  <a:lnTo>
                    <a:pt x="1037093" y="14801"/>
                  </a:lnTo>
                  <a:lnTo>
                    <a:pt x="1037093" y="4281"/>
                  </a:lnTo>
                  <a:lnTo>
                    <a:pt x="1032830" y="16"/>
                  </a:lnTo>
                  <a:close/>
                </a:path>
                <a:path w="1771650" h="1010285">
                  <a:moveTo>
                    <a:pt x="1070947" y="16"/>
                  </a:moveTo>
                  <a:lnTo>
                    <a:pt x="1060408" y="16"/>
                  </a:lnTo>
                  <a:lnTo>
                    <a:pt x="1056143" y="4281"/>
                  </a:lnTo>
                  <a:lnTo>
                    <a:pt x="1056143" y="14801"/>
                  </a:lnTo>
                  <a:lnTo>
                    <a:pt x="1060408" y="19066"/>
                  </a:lnTo>
                  <a:lnTo>
                    <a:pt x="1070947" y="19066"/>
                  </a:lnTo>
                  <a:lnTo>
                    <a:pt x="1075212" y="14801"/>
                  </a:lnTo>
                  <a:lnTo>
                    <a:pt x="1075212" y="4281"/>
                  </a:lnTo>
                  <a:lnTo>
                    <a:pt x="1070947" y="16"/>
                  </a:lnTo>
                  <a:close/>
                </a:path>
                <a:path w="1771650" h="1010285">
                  <a:moveTo>
                    <a:pt x="1109066" y="16"/>
                  </a:moveTo>
                  <a:lnTo>
                    <a:pt x="1098527" y="16"/>
                  </a:lnTo>
                  <a:lnTo>
                    <a:pt x="1094262" y="4281"/>
                  </a:lnTo>
                  <a:lnTo>
                    <a:pt x="1094262" y="14801"/>
                  </a:lnTo>
                  <a:lnTo>
                    <a:pt x="1098527" y="19066"/>
                  </a:lnTo>
                  <a:lnTo>
                    <a:pt x="1109066" y="19066"/>
                  </a:lnTo>
                  <a:lnTo>
                    <a:pt x="1113331" y="14801"/>
                  </a:lnTo>
                  <a:lnTo>
                    <a:pt x="1113331" y="4281"/>
                  </a:lnTo>
                  <a:lnTo>
                    <a:pt x="1109066" y="16"/>
                  </a:lnTo>
                  <a:close/>
                </a:path>
                <a:path w="1771650" h="1010285">
                  <a:moveTo>
                    <a:pt x="1147185" y="16"/>
                  </a:moveTo>
                  <a:lnTo>
                    <a:pt x="1136646" y="16"/>
                  </a:lnTo>
                  <a:lnTo>
                    <a:pt x="1132381" y="4281"/>
                  </a:lnTo>
                  <a:lnTo>
                    <a:pt x="1132381" y="14801"/>
                  </a:lnTo>
                  <a:lnTo>
                    <a:pt x="1136646" y="19066"/>
                  </a:lnTo>
                  <a:lnTo>
                    <a:pt x="1147185" y="19066"/>
                  </a:lnTo>
                  <a:lnTo>
                    <a:pt x="1151450" y="14801"/>
                  </a:lnTo>
                  <a:lnTo>
                    <a:pt x="1151450" y="4281"/>
                  </a:lnTo>
                  <a:lnTo>
                    <a:pt x="1147185" y="16"/>
                  </a:lnTo>
                  <a:close/>
                </a:path>
                <a:path w="1771650" h="1010285">
                  <a:moveTo>
                    <a:pt x="1185304" y="16"/>
                  </a:moveTo>
                  <a:lnTo>
                    <a:pt x="1174765" y="16"/>
                  </a:lnTo>
                  <a:lnTo>
                    <a:pt x="1170500" y="4281"/>
                  </a:lnTo>
                  <a:lnTo>
                    <a:pt x="1170500" y="14801"/>
                  </a:lnTo>
                  <a:lnTo>
                    <a:pt x="1174765" y="19066"/>
                  </a:lnTo>
                  <a:lnTo>
                    <a:pt x="1185304" y="19066"/>
                  </a:lnTo>
                  <a:lnTo>
                    <a:pt x="1189569" y="14801"/>
                  </a:lnTo>
                  <a:lnTo>
                    <a:pt x="1189569" y="4281"/>
                  </a:lnTo>
                  <a:lnTo>
                    <a:pt x="1185304" y="16"/>
                  </a:lnTo>
                  <a:close/>
                </a:path>
                <a:path w="1771650" h="1010285">
                  <a:moveTo>
                    <a:pt x="1223424" y="16"/>
                  </a:moveTo>
                  <a:lnTo>
                    <a:pt x="1212884" y="16"/>
                  </a:lnTo>
                  <a:lnTo>
                    <a:pt x="1208619" y="4281"/>
                  </a:lnTo>
                  <a:lnTo>
                    <a:pt x="1208619" y="14801"/>
                  </a:lnTo>
                  <a:lnTo>
                    <a:pt x="1212884" y="19066"/>
                  </a:lnTo>
                  <a:lnTo>
                    <a:pt x="1223424" y="19066"/>
                  </a:lnTo>
                  <a:lnTo>
                    <a:pt x="1227688" y="14801"/>
                  </a:lnTo>
                  <a:lnTo>
                    <a:pt x="1227688" y="4281"/>
                  </a:lnTo>
                  <a:lnTo>
                    <a:pt x="1223424" y="16"/>
                  </a:lnTo>
                  <a:close/>
                </a:path>
                <a:path w="1771650" h="1010285">
                  <a:moveTo>
                    <a:pt x="1261543" y="16"/>
                  </a:moveTo>
                  <a:lnTo>
                    <a:pt x="1251003" y="16"/>
                  </a:lnTo>
                  <a:lnTo>
                    <a:pt x="1246738" y="4281"/>
                  </a:lnTo>
                  <a:lnTo>
                    <a:pt x="1246738" y="14801"/>
                  </a:lnTo>
                  <a:lnTo>
                    <a:pt x="1251003" y="19066"/>
                  </a:lnTo>
                  <a:lnTo>
                    <a:pt x="1261543" y="19066"/>
                  </a:lnTo>
                  <a:lnTo>
                    <a:pt x="1265807" y="14801"/>
                  </a:lnTo>
                  <a:lnTo>
                    <a:pt x="1265807" y="4281"/>
                  </a:lnTo>
                  <a:lnTo>
                    <a:pt x="1261543" y="16"/>
                  </a:lnTo>
                  <a:close/>
                </a:path>
                <a:path w="1771650" h="1010285">
                  <a:moveTo>
                    <a:pt x="1299662" y="16"/>
                  </a:moveTo>
                  <a:lnTo>
                    <a:pt x="1289122" y="16"/>
                  </a:lnTo>
                  <a:lnTo>
                    <a:pt x="1284857" y="4281"/>
                  </a:lnTo>
                  <a:lnTo>
                    <a:pt x="1284857" y="14801"/>
                  </a:lnTo>
                  <a:lnTo>
                    <a:pt x="1289122" y="19066"/>
                  </a:lnTo>
                  <a:lnTo>
                    <a:pt x="1299662" y="19066"/>
                  </a:lnTo>
                  <a:lnTo>
                    <a:pt x="1303926" y="14801"/>
                  </a:lnTo>
                  <a:lnTo>
                    <a:pt x="1303926" y="4281"/>
                  </a:lnTo>
                  <a:lnTo>
                    <a:pt x="1299662" y="16"/>
                  </a:lnTo>
                  <a:close/>
                </a:path>
                <a:path w="1771650" h="1010285">
                  <a:moveTo>
                    <a:pt x="1337781" y="16"/>
                  </a:moveTo>
                  <a:lnTo>
                    <a:pt x="1327241" y="16"/>
                  </a:lnTo>
                  <a:lnTo>
                    <a:pt x="1322976" y="4281"/>
                  </a:lnTo>
                  <a:lnTo>
                    <a:pt x="1322976" y="14801"/>
                  </a:lnTo>
                  <a:lnTo>
                    <a:pt x="1327241" y="19066"/>
                  </a:lnTo>
                  <a:lnTo>
                    <a:pt x="1337781" y="19066"/>
                  </a:lnTo>
                  <a:lnTo>
                    <a:pt x="1342045" y="14801"/>
                  </a:lnTo>
                  <a:lnTo>
                    <a:pt x="1342045" y="4281"/>
                  </a:lnTo>
                  <a:lnTo>
                    <a:pt x="1337781" y="16"/>
                  </a:lnTo>
                  <a:close/>
                </a:path>
                <a:path w="1771650" h="1010285">
                  <a:moveTo>
                    <a:pt x="1375900" y="16"/>
                  </a:moveTo>
                  <a:lnTo>
                    <a:pt x="1365360" y="16"/>
                  </a:lnTo>
                  <a:lnTo>
                    <a:pt x="1361095" y="4281"/>
                  </a:lnTo>
                  <a:lnTo>
                    <a:pt x="1361095" y="14801"/>
                  </a:lnTo>
                  <a:lnTo>
                    <a:pt x="1365360" y="19066"/>
                  </a:lnTo>
                  <a:lnTo>
                    <a:pt x="1375900" y="19066"/>
                  </a:lnTo>
                  <a:lnTo>
                    <a:pt x="1380164" y="14801"/>
                  </a:lnTo>
                  <a:lnTo>
                    <a:pt x="1380164" y="4281"/>
                  </a:lnTo>
                  <a:lnTo>
                    <a:pt x="1375900" y="16"/>
                  </a:lnTo>
                  <a:close/>
                </a:path>
                <a:path w="1771650" h="1010285">
                  <a:moveTo>
                    <a:pt x="1414019" y="16"/>
                  </a:moveTo>
                  <a:lnTo>
                    <a:pt x="1403479" y="16"/>
                  </a:lnTo>
                  <a:lnTo>
                    <a:pt x="1399214" y="4281"/>
                  </a:lnTo>
                  <a:lnTo>
                    <a:pt x="1399214" y="14801"/>
                  </a:lnTo>
                  <a:lnTo>
                    <a:pt x="1403479" y="19066"/>
                  </a:lnTo>
                  <a:lnTo>
                    <a:pt x="1414019" y="19066"/>
                  </a:lnTo>
                  <a:lnTo>
                    <a:pt x="1418283" y="14801"/>
                  </a:lnTo>
                  <a:lnTo>
                    <a:pt x="1418283" y="4281"/>
                  </a:lnTo>
                  <a:lnTo>
                    <a:pt x="1414019" y="16"/>
                  </a:lnTo>
                  <a:close/>
                </a:path>
                <a:path w="1771650" h="1010285">
                  <a:moveTo>
                    <a:pt x="1452138" y="16"/>
                  </a:moveTo>
                  <a:lnTo>
                    <a:pt x="1441598" y="16"/>
                  </a:lnTo>
                  <a:lnTo>
                    <a:pt x="1437333" y="4281"/>
                  </a:lnTo>
                  <a:lnTo>
                    <a:pt x="1437333" y="14801"/>
                  </a:lnTo>
                  <a:lnTo>
                    <a:pt x="1441598" y="19066"/>
                  </a:lnTo>
                  <a:lnTo>
                    <a:pt x="1452138" y="19066"/>
                  </a:lnTo>
                  <a:lnTo>
                    <a:pt x="1456402" y="14801"/>
                  </a:lnTo>
                  <a:lnTo>
                    <a:pt x="1456402" y="4281"/>
                  </a:lnTo>
                  <a:lnTo>
                    <a:pt x="1452138" y="16"/>
                  </a:lnTo>
                  <a:close/>
                </a:path>
                <a:path w="1771650" h="1010285">
                  <a:moveTo>
                    <a:pt x="1480178" y="838"/>
                  </a:moveTo>
                  <a:lnTo>
                    <a:pt x="1475704" y="4881"/>
                  </a:lnTo>
                  <a:lnTo>
                    <a:pt x="1475172" y="15389"/>
                  </a:lnTo>
                  <a:lnTo>
                    <a:pt x="1479215" y="19864"/>
                  </a:lnTo>
                  <a:lnTo>
                    <a:pt x="1489743" y="20396"/>
                  </a:lnTo>
                  <a:lnTo>
                    <a:pt x="1494217" y="16352"/>
                  </a:lnTo>
                  <a:lnTo>
                    <a:pt x="1494749" y="5844"/>
                  </a:lnTo>
                  <a:lnTo>
                    <a:pt x="1490704" y="1370"/>
                  </a:lnTo>
                  <a:lnTo>
                    <a:pt x="1480178" y="838"/>
                  </a:lnTo>
                  <a:close/>
                </a:path>
                <a:path w="1771650" h="1010285">
                  <a:moveTo>
                    <a:pt x="1518960" y="5232"/>
                  </a:moveTo>
                  <a:lnTo>
                    <a:pt x="1514102" y="8806"/>
                  </a:lnTo>
                  <a:lnTo>
                    <a:pt x="1512519" y="19207"/>
                  </a:lnTo>
                  <a:lnTo>
                    <a:pt x="1516092" y="24065"/>
                  </a:lnTo>
                  <a:lnTo>
                    <a:pt x="1526513" y="25651"/>
                  </a:lnTo>
                  <a:lnTo>
                    <a:pt x="1531371" y="22077"/>
                  </a:lnTo>
                  <a:lnTo>
                    <a:pt x="1532954" y="11676"/>
                  </a:lnTo>
                  <a:lnTo>
                    <a:pt x="1529380" y="6818"/>
                  </a:lnTo>
                  <a:lnTo>
                    <a:pt x="1518960" y="5232"/>
                  </a:lnTo>
                  <a:close/>
                </a:path>
                <a:path w="1771650" h="1010285">
                  <a:moveTo>
                    <a:pt x="1557784" y="14781"/>
                  </a:moveTo>
                  <a:lnTo>
                    <a:pt x="1552313" y="17318"/>
                  </a:lnTo>
                  <a:lnTo>
                    <a:pt x="1548693" y="27198"/>
                  </a:lnTo>
                  <a:lnTo>
                    <a:pt x="1551231" y="32669"/>
                  </a:lnTo>
                  <a:lnTo>
                    <a:pt x="1561128" y="36294"/>
                  </a:lnTo>
                  <a:lnTo>
                    <a:pt x="1566599" y="33756"/>
                  </a:lnTo>
                  <a:lnTo>
                    <a:pt x="1570219" y="23878"/>
                  </a:lnTo>
                  <a:lnTo>
                    <a:pt x="1567681" y="18407"/>
                  </a:lnTo>
                  <a:lnTo>
                    <a:pt x="1557784" y="14781"/>
                  </a:lnTo>
                  <a:close/>
                </a:path>
                <a:path w="1771650" h="1010285">
                  <a:moveTo>
                    <a:pt x="1594021" y="29253"/>
                  </a:moveTo>
                  <a:lnTo>
                    <a:pt x="1588328" y="31239"/>
                  </a:lnTo>
                  <a:lnTo>
                    <a:pt x="1583753" y="40714"/>
                  </a:lnTo>
                  <a:lnTo>
                    <a:pt x="1585739" y="46408"/>
                  </a:lnTo>
                  <a:lnTo>
                    <a:pt x="1595231" y="50991"/>
                  </a:lnTo>
                  <a:lnTo>
                    <a:pt x="1600926" y="49004"/>
                  </a:lnTo>
                  <a:lnTo>
                    <a:pt x="1605499" y="39530"/>
                  </a:lnTo>
                  <a:lnTo>
                    <a:pt x="1603513" y="33835"/>
                  </a:lnTo>
                  <a:lnTo>
                    <a:pt x="1594021" y="29253"/>
                  </a:lnTo>
                  <a:close/>
                </a:path>
                <a:path w="1771650" h="1010285">
                  <a:moveTo>
                    <a:pt x="1628235" y="47969"/>
                  </a:moveTo>
                  <a:lnTo>
                    <a:pt x="1622375" y="49394"/>
                  </a:lnTo>
                  <a:lnTo>
                    <a:pt x="1616905" y="58381"/>
                  </a:lnTo>
                  <a:lnTo>
                    <a:pt x="1618331" y="64241"/>
                  </a:lnTo>
                  <a:lnTo>
                    <a:pt x="1627334" y="69721"/>
                  </a:lnTo>
                  <a:lnTo>
                    <a:pt x="1633194" y="68296"/>
                  </a:lnTo>
                  <a:lnTo>
                    <a:pt x="1638664" y="59309"/>
                  </a:lnTo>
                  <a:lnTo>
                    <a:pt x="1637239" y="53449"/>
                  </a:lnTo>
                  <a:lnTo>
                    <a:pt x="1628235" y="47969"/>
                  </a:lnTo>
                  <a:close/>
                </a:path>
                <a:path w="1771650" h="1010285">
                  <a:moveTo>
                    <a:pt x="1660603" y="71280"/>
                  </a:moveTo>
                  <a:lnTo>
                    <a:pt x="1654580" y="71573"/>
                  </a:lnTo>
                  <a:lnTo>
                    <a:pt x="1647511" y="79366"/>
                  </a:lnTo>
                  <a:lnTo>
                    <a:pt x="1647755" y="84385"/>
                  </a:lnTo>
                  <a:lnTo>
                    <a:pt x="1647804" y="85389"/>
                  </a:lnTo>
                  <a:lnTo>
                    <a:pt x="1655611" y="92471"/>
                  </a:lnTo>
                  <a:lnTo>
                    <a:pt x="1661636" y="92177"/>
                  </a:lnTo>
                  <a:lnTo>
                    <a:pt x="1668703" y="84385"/>
                  </a:lnTo>
                  <a:lnTo>
                    <a:pt x="1668459" y="79366"/>
                  </a:lnTo>
                  <a:lnTo>
                    <a:pt x="1668410" y="78361"/>
                  </a:lnTo>
                  <a:lnTo>
                    <a:pt x="1660603" y="71280"/>
                  </a:lnTo>
                  <a:close/>
                </a:path>
                <a:path w="1771650" h="1010285">
                  <a:moveTo>
                    <a:pt x="1682711" y="97984"/>
                  </a:moveTo>
                  <a:lnTo>
                    <a:pt x="1674944" y="105079"/>
                  </a:lnTo>
                  <a:lnTo>
                    <a:pt x="1674671" y="111104"/>
                  </a:lnTo>
                  <a:lnTo>
                    <a:pt x="1681780" y="118887"/>
                  </a:lnTo>
                  <a:lnTo>
                    <a:pt x="1687805" y="119159"/>
                  </a:lnTo>
                  <a:lnTo>
                    <a:pt x="1695573" y="112063"/>
                  </a:lnTo>
                  <a:lnTo>
                    <a:pt x="1695844" y="106038"/>
                  </a:lnTo>
                  <a:lnTo>
                    <a:pt x="1688736" y="98256"/>
                  </a:lnTo>
                  <a:lnTo>
                    <a:pt x="1682711" y="97984"/>
                  </a:lnTo>
                  <a:close/>
                </a:path>
                <a:path w="1771650" h="1010285">
                  <a:moveTo>
                    <a:pt x="1707560" y="127523"/>
                  </a:moveTo>
                  <a:lnTo>
                    <a:pt x="1699125" y="133812"/>
                  </a:lnTo>
                  <a:lnTo>
                    <a:pt x="1698255" y="139780"/>
                  </a:lnTo>
                  <a:lnTo>
                    <a:pt x="1704554" y="148229"/>
                  </a:lnTo>
                  <a:lnTo>
                    <a:pt x="1710522" y="149099"/>
                  </a:lnTo>
                  <a:lnTo>
                    <a:pt x="1718957" y="142811"/>
                  </a:lnTo>
                  <a:lnTo>
                    <a:pt x="1719827" y="136843"/>
                  </a:lnTo>
                  <a:lnTo>
                    <a:pt x="1713528" y="128393"/>
                  </a:lnTo>
                  <a:lnTo>
                    <a:pt x="1707560" y="127523"/>
                  </a:lnTo>
                  <a:close/>
                </a:path>
                <a:path w="1771650" h="1010285">
                  <a:moveTo>
                    <a:pt x="1729228" y="160096"/>
                  </a:moveTo>
                  <a:lnTo>
                    <a:pt x="1719746" y="164655"/>
                  </a:lnTo>
                  <a:lnTo>
                    <a:pt x="1717751" y="170347"/>
                  </a:lnTo>
                  <a:lnTo>
                    <a:pt x="1722319" y="179845"/>
                  </a:lnTo>
                  <a:lnTo>
                    <a:pt x="1728010" y="181841"/>
                  </a:lnTo>
                  <a:lnTo>
                    <a:pt x="1737492" y="177281"/>
                  </a:lnTo>
                  <a:lnTo>
                    <a:pt x="1739487" y="171590"/>
                  </a:lnTo>
                  <a:lnTo>
                    <a:pt x="1734920" y="162091"/>
                  </a:lnTo>
                  <a:lnTo>
                    <a:pt x="1729228" y="160096"/>
                  </a:lnTo>
                  <a:close/>
                </a:path>
                <a:path w="1771650" h="1010285">
                  <a:moveTo>
                    <a:pt x="1745500" y="195124"/>
                  </a:moveTo>
                  <a:lnTo>
                    <a:pt x="1735612" y="198716"/>
                  </a:lnTo>
                  <a:lnTo>
                    <a:pt x="1733059" y="204181"/>
                  </a:lnTo>
                  <a:lnTo>
                    <a:pt x="1736658" y="214087"/>
                  </a:lnTo>
                  <a:lnTo>
                    <a:pt x="1742123" y="216639"/>
                  </a:lnTo>
                  <a:lnTo>
                    <a:pt x="1752011" y="213047"/>
                  </a:lnTo>
                  <a:lnTo>
                    <a:pt x="1754564" y="207582"/>
                  </a:lnTo>
                  <a:lnTo>
                    <a:pt x="1750965" y="197675"/>
                  </a:lnTo>
                  <a:lnTo>
                    <a:pt x="1745500" y="195124"/>
                  </a:lnTo>
                  <a:close/>
                </a:path>
                <a:path w="1771650" h="1010285">
                  <a:moveTo>
                    <a:pt x="1757370" y="231835"/>
                  </a:moveTo>
                  <a:lnTo>
                    <a:pt x="1747182" y="234458"/>
                  </a:lnTo>
                  <a:lnTo>
                    <a:pt x="1744115" y="239651"/>
                  </a:lnTo>
                  <a:lnTo>
                    <a:pt x="1746742" y="249859"/>
                  </a:lnTo>
                  <a:lnTo>
                    <a:pt x="1751935" y="252925"/>
                  </a:lnTo>
                  <a:lnTo>
                    <a:pt x="1762123" y="250303"/>
                  </a:lnTo>
                  <a:lnTo>
                    <a:pt x="1765190" y="245110"/>
                  </a:lnTo>
                  <a:lnTo>
                    <a:pt x="1762563" y="234903"/>
                  </a:lnTo>
                  <a:lnTo>
                    <a:pt x="1757370" y="231835"/>
                  </a:lnTo>
                  <a:close/>
                </a:path>
                <a:path w="1771650" h="1010285">
                  <a:moveTo>
                    <a:pt x="1765462" y="270178"/>
                  </a:moveTo>
                  <a:lnTo>
                    <a:pt x="1754955" y="270730"/>
                  </a:lnTo>
                  <a:lnTo>
                    <a:pt x="1750921" y="275212"/>
                  </a:lnTo>
                  <a:lnTo>
                    <a:pt x="1751421" y="284739"/>
                  </a:lnTo>
                  <a:lnTo>
                    <a:pt x="1751473" y="285738"/>
                  </a:lnTo>
                  <a:lnTo>
                    <a:pt x="1755956" y="289773"/>
                  </a:lnTo>
                  <a:lnTo>
                    <a:pt x="1766463" y="289220"/>
                  </a:lnTo>
                  <a:lnTo>
                    <a:pt x="1770498" y="284739"/>
                  </a:lnTo>
                  <a:lnTo>
                    <a:pt x="1769996" y="275212"/>
                  </a:lnTo>
                  <a:lnTo>
                    <a:pt x="1769944" y="274213"/>
                  </a:lnTo>
                  <a:lnTo>
                    <a:pt x="1765462" y="270178"/>
                  </a:lnTo>
                  <a:close/>
                </a:path>
                <a:path w="1771650" h="1010285">
                  <a:moveTo>
                    <a:pt x="1767385" y="308524"/>
                  </a:moveTo>
                  <a:lnTo>
                    <a:pt x="1756864" y="308524"/>
                  </a:lnTo>
                  <a:lnTo>
                    <a:pt x="1752600" y="312789"/>
                  </a:lnTo>
                  <a:lnTo>
                    <a:pt x="1752600" y="323329"/>
                  </a:lnTo>
                  <a:lnTo>
                    <a:pt x="1756864" y="327593"/>
                  </a:lnTo>
                  <a:lnTo>
                    <a:pt x="1767385" y="327593"/>
                  </a:lnTo>
                  <a:lnTo>
                    <a:pt x="1771650" y="323329"/>
                  </a:lnTo>
                  <a:lnTo>
                    <a:pt x="1771650" y="312789"/>
                  </a:lnTo>
                  <a:lnTo>
                    <a:pt x="1767385" y="308524"/>
                  </a:lnTo>
                  <a:close/>
                </a:path>
                <a:path w="1771650" h="1010285">
                  <a:moveTo>
                    <a:pt x="1767385" y="346643"/>
                  </a:moveTo>
                  <a:lnTo>
                    <a:pt x="1756864" y="346643"/>
                  </a:lnTo>
                  <a:lnTo>
                    <a:pt x="1752600" y="350908"/>
                  </a:lnTo>
                  <a:lnTo>
                    <a:pt x="1752600" y="361448"/>
                  </a:lnTo>
                  <a:lnTo>
                    <a:pt x="1756864" y="365713"/>
                  </a:lnTo>
                  <a:lnTo>
                    <a:pt x="1767385" y="365713"/>
                  </a:lnTo>
                  <a:lnTo>
                    <a:pt x="1771650" y="361448"/>
                  </a:lnTo>
                  <a:lnTo>
                    <a:pt x="1771650" y="350908"/>
                  </a:lnTo>
                  <a:lnTo>
                    <a:pt x="1767385" y="346643"/>
                  </a:lnTo>
                  <a:close/>
                </a:path>
                <a:path w="1771650" h="1010285">
                  <a:moveTo>
                    <a:pt x="1767385" y="384763"/>
                  </a:moveTo>
                  <a:lnTo>
                    <a:pt x="1756864" y="384763"/>
                  </a:lnTo>
                  <a:lnTo>
                    <a:pt x="1752600" y="389027"/>
                  </a:lnTo>
                  <a:lnTo>
                    <a:pt x="1752600" y="399567"/>
                  </a:lnTo>
                  <a:lnTo>
                    <a:pt x="1756864" y="403832"/>
                  </a:lnTo>
                  <a:lnTo>
                    <a:pt x="1767385" y="403832"/>
                  </a:lnTo>
                  <a:lnTo>
                    <a:pt x="1771650" y="399567"/>
                  </a:lnTo>
                  <a:lnTo>
                    <a:pt x="1771650" y="389027"/>
                  </a:lnTo>
                  <a:lnTo>
                    <a:pt x="1767385" y="384763"/>
                  </a:lnTo>
                  <a:close/>
                </a:path>
                <a:path w="1771650" h="1010285">
                  <a:moveTo>
                    <a:pt x="1767385" y="422882"/>
                  </a:moveTo>
                  <a:lnTo>
                    <a:pt x="1756864" y="422882"/>
                  </a:lnTo>
                  <a:lnTo>
                    <a:pt x="1752600" y="427146"/>
                  </a:lnTo>
                  <a:lnTo>
                    <a:pt x="1752600" y="437686"/>
                  </a:lnTo>
                  <a:lnTo>
                    <a:pt x="1756864" y="441951"/>
                  </a:lnTo>
                  <a:lnTo>
                    <a:pt x="1767385" y="441951"/>
                  </a:lnTo>
                  <a:lnTo>
                    <a:pt x="1771650" y="437686"/>
                  </a:lnTo>
                  <a:lnTo>
                    <a:pt x="1771650" y="427146"/>
                  </a:lnTo>
                  <a:lnTo>
                    <a:pt x="1767385" y="422882"/>
                  </a:lnTo>
                  <a:close/>
                </a:path>
                <a:path w="1771650" h="1010285">
                  <a:moveTo>
                    <a:pt x="1767385" y="461001"/>
                  </a:moveTo>
                  <a:lnTo>
                    <a:pt x="1756864" y="461001"/>
                  </a:lnTo>
                  <a:lnTo>
                    <a:pt x="1752600" y="465265"/>
                  </a:lnTo>
                  <a:lnTo>
                    <a:pt x="1752600" y="475805"/>
                  </a:lnTo>
                  <a:lnTo>
                    <a:pt x="1756864" y="480070"/>
                  </a:lnTo>
                  <a:lnTo>
                    <a:pt x="1767385" y="480070"/>
                  </a:lnTo>
                  <a:lnTo>
                    <a:pt x="1771650" y="475805"/>
                  </a:lnTo>
                  <a:lnTo>
                    <a:pt x="1771650" y="465265"/>
                  </a:lnTo>
                  <a:lnTo>
                    <a:pt x="1767385" y="461001"/>
                  </a:lnTo>
                  <a:close/>
                </a:path>
                <a:path w="1771650" h="1010285">
                  <a:moveTo>
                    <a:pt x="1767385" y="499120"/>
                  </a:moveTo>
                  <a:lnTo>
                    <a:pt x="1756864" y="499120"/>
                  </a:lnTo>
                  <a:lnTo>
                    <a:pt x="1752600" y="503384"/>
                  </a:lnTo>
                  <a:lnTo>
                    <a:pt x="1752600" y="513924"/>
                  </a:lnTo>
                  <a:lnTo>
                    <a:pt x="1756864" y="518189"/>
                  </a:lnTo>
                  <a:lnTo>
                    <a:pt x="1767385" y="518189"/>
                  </a:lnTo>
                  <a:lnTo>
                    <a:pt x="1771650" y="513924"/>
                  </a:lnTo>
                  <a:lnTo>
                    <a:pt x="1771650" y="503384"/>
                  </a:lnTo>
                  <a:lnTo>
                    <a:pt x="1767385" y="499120"/>
                  </a:lnTo>
                  <a:close/>
                </a:path>
                <a:path w="1771650" h="1010285">
                  <a:moveTo>
                    <a:pt x="1767385" y="537239"/>
                  </a:moveTo>
                  <a:lnTo>
                    <a:pt x="1756864" y="537239"/>
                  </a:lnTo>
                  <a:lnTo>
                    <a:pt x="1752600" y="541503"/>
                  </a:lnTo>
                  <a:lnTo>
                    <a:pt x="1752600" y="552043"/>
                  </a:lnTo>
                  <a:lnTo>
                    <a:pt x="1756864" y="556308"/>
                  </a:lnTo>
                  <a:lnTo>
                    <a:pt x="1767385" y="556308"/>
                  </a:lnTo>
                  <a:lnTo>
                    <a:pt x="1771650" y="552043"/>
                  </a:lnTo>
                  <a:lnTo>
                    <a:pt x="1771650" y="541503"/>
                  </a:lnTo>
                  <a:lnTo>
                    <a:pt x="1767385" y="537239"/>
                  </a:lnTo>
                  <a:close/>
                </a:path>
                <a:path w="1771650" h="1010285">
                  <a:moveTo>
                    <a:pt x="1767385" y="575358"/>
                  </a:moveTo>
                  <a:lnTo>
                    <a:pt x="1756864" y="575358"/>
                  </a:lnTo>
                  <a:lnTo>
                    <a:pt x="1752600" y="579622"/>
                  </a:lnTo>
                  <a:lnTo>
                    <a:pt x="1752600" y="590162"/>
                  </a:lnTo>
                  <a:lnTo>
                    <a:pt x="1756864" y="594427"/>
                  </a:lnTo>
                  <a:lnTo>
                    <a:pt x="1767385" y="594427"/>
                  </a:lnTo>
                  <a:lnTo>
                    <a:pt x="1771650" y="590162"/>
                  </a:lnTo>
                  <a:lnTo>
                    <a:pt x="1771650" y="579622"/>
                  </a:lnTo>
                  <a:lnTo>
                    <a:pt x="1767385" y="575358"/>
                  </a:lnTo>
                  <a:close/>
                </a:path>
                <a:path w="1771650" h="1010285">
                  <a:moveTo>
                    <a:pt x="1767385" y="613477"/>
                  </a:moveTo>
                  <a:lnTo>
                    <a:pt x="1756864" y="613477"/>
                  </a:lnTo>
                  <a:lnTo>
                    <a:pt x="1752600" y="617741"/>
                  </a:lnTo>
                  <a:lnTo>
                    <a:pt x="1752600" y="628281"/>
                  </a:lnTo>
                  <a:lnTo>
                    <a:pt x="1756864" y="632546"/>
                  </a:lnTo>
                  <a:lnTo>
                    <a:pt x="1767385" y="632546"/>
                  </a:lnTo>
                  <a:lnTo>
                    <a:pt x="1771650" y="628281"/>
                  </a:lnTo>
                  <a:lnTo>
                    <a:pt x="1771650" y="617741"/>
                  </a:lnTo>
                  <a:lnTo>
                    <a:pt x="1767385" y="613477"/>
                  </a:lnTo>
                  <a:close/>
                </a:path>
                <a:path w="1771650" h="1010285">
                  <a:moveTo>
                    <a:pt x="1767385" y="651596"/>
                  </a:moveTo>
                  <a:lnTo>
                    <a:pt x="1756864" y="651596"/>
                  </a:lnTo>
                  <a:lnTo>
                    <a:pt x="1752600" y="655861"/>
                  </a:lnTo>
                  <a:lnTo>
                    <a:pt x="1752600" y="666400"/>
                  </a:lnTo>
                  <a:lnTo>
                    <a:pt x="1756864" y="670665"/>
                  </a:lnTo>
                  <a:lnTo>
                    <a:pt x="1767385" y="670665"/>
                  </a:lnTo>
                  <a:lnTo>
                    <a:pt x="1771650" y="666400"/>
                  </a:lnTo>
                  <a:lnTo>
                    <a:pt x="1771650" y="655861"/>
                  </a:lnTo>
                  <a:lnTo>
                    <a:pt x="1767385" y="651596"/>
                  </a:lnTo>
                  <a:close/>
                </a:path>
                <a:path w="1771650" h="1010285">
                  <a:moveTo>
                    <a:pt x="1767385" y="689715"/>
                  </a:moveTo>
                  <a:lnTo>
                    <a:pt x="1756864" y="689715"/>
                  </a:lnTo>
                  <a:lnTo>
                    <a:pt x="1752600" y="693980"/>
                  </a:lnTo>
                  <a:lnTo>
                    <a:pt x="1752600" y="704519"/>
                  </a:lnTo>
                  <a:lnTo>
                    <a:pt x="1756864" y="708784"/>
                  </a:lnTo>
                  <a:lnTo>
                    <a:pt x="1767385" y="708784"/>
                  </a:lnTo>
                  <a:lnTo>
                    <a:pt x="1771650" y="704519"/>
                  </a:lnTo>
                  <a:lnTo>
                    <a:pt x="1771650" y="693980"/>
                  </a:lnTo>
                  <a:lnTo>
                    <a:pt x="1767385" y="689715"/>
                  </a:lnTo>
                  <a:close/>
                </a:path>
                <a:path w="1771650" h="1010285">
                  <a:moveTo>
                    <a:pt x="1756048" y="727050"/>
                  </a:moveTo>
                  <a:lnTo>
                    <a:pt x="1751189" y="730622"/>
                  </a:lnTo>
                  <a:lnTo>
                    <a:pt x="1749596" y="741041"/>
                  </a:lnTo>
                  <a:lnTo>
                    <a:pt x="1753167" y="745901"/>
                  </a:lnTo>
                  <a:lnTo>
                    <a:pt x="1763567" y="747490"/>
                  </a:lnTo>
                  <a:lnTo>
                    <a:pt x="1768428" y="743919"/>
                  </a:lnTo>
                  <a:lnTo>
                    <a:pt x="1770020" y="733499"/>
                  </a:lnTo>
                  <a:lnTo>
                    <a:pt x="1766449" y="728640"/>
                  </a:lnTo>
                  <a:lnTo>
                    <a:pt x="1756048" y="727050"/>
                  </a:lnTo>
                  <a:close/>
                </a:path>
                <a:path w="1771650" h="1010285">
                  <a:moveTo>
                    <a:pt x="1750038" y="764142"/>
                  </a:moveTo>
                  <a:lnTo>
                    <a:pt x="1744845" y="767208"/>
                  </a:lnTo>
                  <a:lnTo>
                    <a:pt x="1742307" y="777054"/>
                  </a:lnTo>
                  <a:lnTo>
                    <a:pt x="1742215" y="777413"/>
                  </a:lnTo>
                  <a:lnTo>
                    <a:pt x="1745280" y="782608"/>
                  </a:lnTo>
                  <a:lnTo>
                    <a:pt x="1755468" y="785233"/>
                  </a:lnTo>
                  <a:lnTo>
                    <a:pt x="1760663" y="782167"/>
                  </a:lnTo>
                  <a:lnTo>
                    <a:pt x="1763292" y="771960"/>
                  </a:lnTo>
                  <a:lnTo>
                    <a:pt x="1760226" y="766766"/>
                  </a:lnTo>
                  <a:lnTo>
                    <a:pt x="1750038" y="764142"/>
                  </a:lnTo>
                  <a:close/>
                </a:path>
                <a:path w="1771650" h="1010285">
                  <a:moveTo>
                    <a:pt x="1739505" y="800204"/>
                  </a:moveTo>
                  <a:lnTo>
                    <a:pt x="1734040" y="802754"/>
                  </a:lnTo>
                  <a:lnTo>
                    <a:pt x="1730438" y="812660"/>
                  </a:lnTo>
                  <a:lnTo>
                    <a:pt x="1732988" y="818125"/>
                  </a:lnTo>
                  <a:lnTo>
                    <a:pt x="1742876" y="821720"/>
                  </a:lnTo>
                  <a:lnTo>
                    <a:pt x="1748341" y="819170"/>
                  </a:lnTo>
                  <a:lnTo>
                    <a:pt x="1751943" y="809264"/>
                  </a:lnTo>
                  <a:lnTo>
                    <a:pt x="1749393" y="803799"/>
                  </a:lnTo>
                  <a:lnTo>
                    <a:pt x="1739505" y="800204"/>
                  </a:lnTo>
                  <a:close/>
                </a:path>
                <a:path w="1771650" h="1010285">
                  <a:moveTo>
                    <a:pt x="1725609" y="834619"/>
                  </a:moveTo>
                  <a:lnTo>
                    <a:pt x="1719751" y="836049"/>
                  </a:lnTo>
                  <a:lnTo>
                    <a:pt x="1714277" y="845056"/>
                  </a:lnTo>
                  <a:lnTo>
                    <a:pt x="1715590" y="850437"/>
                  </a:lnTo>
                  <a:lnTo>
                    <a:pt x="1715707" y="850916"/>
                  </a:lnTo>
                  <a:lnTo>
                    <a:pt x="1724698" y="856380"/>
                  </a:lnTo>
                  <a:lnTo>
                    <a:pt x="1730557" y="854950"/>
                  </a:lnTo>
                  <a:lnTo>
                    <a:pt x="1736031" y="845943"/>
                  </a:lnTo>
                  <a:lnTo>
                    <a:pt x="1734601" y="840083"/>
                  </a:lnTo>
                  <a:lnTo>
                    <a:pt x="1725609" y="834619"/>
                  </a:lnTo>
                  <a:close/>
                </a:path>
                <a:path w="1771650" h="1010285">
                  <a:moveTo>
                    <a:pt x="1705957" y="866691"/>
                  </a:moveTo>
                  <a:lnTo>
                    <a:pt x="1699990" y="867558"/>
                  </a:lnTo>
                  <a:lnTo>
                    <a:pt x="1693688" y="876007"/>
                  </a:lnTo>
                  <a:lnTo>
                    <a:pt x="1694557" y="881975"/>
                  </a:lnTo>
                  <a:lnTo>
                    <a:pt x="1702991" y="888265"/>
                  </a:lnTo>
                  <a:lnTo>
                    <a:pt x="1708958" y="887397"/>
                  </a:lnTo>
                  <a:lnTo>
                    <a:pt x="1715260" y="878949"/>
                  </a:lnTo>
                  <a:lnTo>
                    <a:pt x="1714392" y="872981"/>
                  </a:lnTo>
                  <a:lnTo>
                    <a:pt x="1705957" y="866691"/>
                  </a:lnTo>
                  <a:close/>
                </a:path>
                <a:path w="1771650" h="1010285">
                  <a:moveTo>
                    <a:pt x="1682664" y="896164"/>
                  </a:moveTo>
                  <a:lnTo>
                    <a:pt x="1676640" y="896443"/>
                  </a:lnTo>
                  <a:lnTo>
                    <a:pt x="1669539" y="904232"/>
                  </a:lnTo>
                  <a:lnTo>
                    <a:pt x="1669773" y="909275"/>
                  </a:lnTo>
                  <a:lnTo>
                    <a:pt x="1669818" y="910257"/>
                  </a:lnTo>
                  <a:lnTo>
                    <a:pt x="1677595" y="917345"/>
                  </a:lnTo>
                  <a:lnTo>
                    <a:pt x="1683618" y="917065"/>
                  </a:lnTo>
                  <a:lnTo>
                    <a:pt x="1690719" y="909275"/>
                  </a:lnTo>
                  <a:lnTo>
                    <a:pt x="1690485" y="904232"/>
                  </a:lnTo>
                  <a:lnTo>
                    <a:pt x="1690439" y="903251"/>
                  </a:lnTo>
                  <a:lnTo>
                    <a:pt x="1682664" y="896164"/>
                  </a:lnTo>
                  <a:close/>
                </a:path>
                <a:path w="1771650" h="1010285">
                  <a:moveTo>
                    <a:pt x="1650879" y="922050"/>
                  </a:moveTo>
                  <a:lnTo>
                    <a:pt x="1642447" y="928373"/>
                  </a:lnTo>
                  <a:lnTo>
                    <a:pt x="1641594" y="934344"/>
                  </a:lnTo>
                  <a:lnTo>
                    <a:pt x="1647907" y="942761"/>
                  </a:lnTo>
                  <a:lnTo>
                    <a:pt x="1653877" y="943613"/>
                  </a:lnTo>
                  <a:lnTo>
                    <a:pt x="1662309" y="937290"/>
                  </a:lnTo>
                  <a:lnTo>
                    <a:pt x="1663162" y="931320"/>
                  </a:lnTo>
                  <a:lnTo>
                    <a:pt x="1656849" y="922902"/>
                  </a:lnTo>
                  <a:lnTo>
                    <a:pt x="1650879" y="922050"/>
                  </a:lnTo>
                  <a:close/>
                </a:path>
                <a:path w="1771650" h="1010285">
                  <a:moveTo>
                    <a:pt x="1620824" y="943919"/>
                  </a:moveTo>
                  <a:lnTo>
                    <a:pt x="1611817" y="949393"/>
                  </a:lnTo>
                  <a:lnTo>
                    <a:pt x="1610387" y="955253"/>
                  </a:lnTo>
                  <a:lnTo>
                    <a:pt x="1615851" y="964243"/>
                  </a:lnTo>
                  <a:lnTo>
                    <a:pt x="1621709" y="965673"/>
                  </a:lnTo>
                  <a:lnTo>
                    <a:pt x="1630718" y="960200"/>
                  </a:lnTo>
                  <a:lnTo>
                    <a:pt x="1632148" y="954341"/>
                  </a:lnTo>
                  <a:lnTo>
                    <a:pt x="1626683" y="945349"/>
                  </a:lnTo>
                  <a:lnTo>
                    <a:pt x="1620824" y="943919"/>
                  </a:lnTo>
                  <a:close/>
                </a:path>
                <a:path w="1771650" h="1010285">
                  <a:moveTo>
                    <a:pt x="1588369" y="962002"/>
                  </a:moveTo>
                  <a:lnTo>
                    <a:pt x="1578874" y="966576"/>
                  </a:lnTo>
                  <a:lnTo>
                    <a:pt x="1576884" y="972268"/>
                  </a:lnTo>
                  <a:lnTo>
                    <a:pt x="1581449" y="981748"/>
                  </a:lnTo>
                  <a:lnTo>
                    <a:pt x="1587143" y="983738"/>
                  </a:lnTo>
                  <a:lnTo>
                    <a:pt x="1596637" y="979163"/>
                  </a:lnTo>
                  <a:lnTo>
                    <a:pt x="1598629" y="973471"/>
                  </a:lnTo>
                  <a:lnTo>
                    <a:pt x="1594063" y="963993"/>
                  </a:lnTo>
                  <a:lnTo>
                    <a:pt x="1588369" y="962002"/>
                  </a:lnTo>
                  <a:close/>
                </a:path>
                <a:path w="1771650" h="1010285">
                  <a:moveTo>
                    <a:pt x="1555027" y="976217"/>
                  </a:moveTo>
                  <a:lnTo>
                    <a:pt x="1544817" y="978838"/>
                  </a:lnTo>
                  <a:lnTo>
                    <a:pt x="1541748" y="984030"/>
                  </a:lnTo>
                  <a:lnTo>
                    <a:pt x="1544364" y="994220"/>
                  </a:lnTo>
                  <a:lnTo>
                    <a:pt x="1549556" y="997290"/>
                  </a:lnTo>
                  <a:lnTo>
                    <a:pt x="1559764" y="994669"/>
                  </a:lnTo>
                  <a:lnTo>
                    <a:pt x="1562835" y="989478"/>
                  </a:lnTo>
                  <a:lnTo>
                    <a:pt x="1560217" y="979288"/>
                  </a:lnTo>
                  <a:lnTo>
                    <a:pt x="1555027" y="976217"/>
                  </a:lnTo>
                  <a:close/>
                </a:path>
                <a:path w="1771650" h="1010285">
                  <a:moveTo>
                    <a:pt x="1518974" y="985182"/>
                  </a:moveTo>
                  <a:lnTo>
                    <a:pt x="1508554" y="986768"/>
                  </a:lnTo>
                  <a:lnTo>
                    <a:pt x="1504980" y="991627"/>
                  </a:lnTo>
                  <a:lnTo>
                    <a:pt x="1506565" y="1002027"/>
                  </a:lnTo>
                  <a:lnTo>
                    <a:pt x="1511423" y="1005601"/>
                  </a:lnTo>
                  <a:lnTo>
                    <a:pt x="1521842" y="1004015"/>
                  </a:lnTo>
                  <a:lnTo>
                    <a:pt x="1525416" y="999155"/>
                  </a:lnTo>
                  <a:lnTo>
                    <a:pt x="1523832" y="988755"/>
                  </a:lnTo>
                  <a:lnTo>
                    <a:pt x="1518974" y="985182"/>
                  </a:lnTo>
                  <a:close/>
                </a:path>
                <a:path w="1771650" h="1010285">
                  <a:moveTo>
                    <a:pt x="1482138" y="989676"/>
                  </a:moveTo>
                  <a:lnTo>
                    <a:pt x="1471611" y="990196"/>
                  </a:lnTo>
                  <a:lnTo>
                    <a:pt x="1467562" y="994666"/>
                  </a:lnTo>
                  <a:lnTo>
                    <a:pt x="1468034" y="1004234"/>
                  </a:lnTo>
                  <a:lnTo>
                    <a:pt x="1468080" y="1005174"/>
                  </a:lnTo>
                  <a:lnTo>
                    <a:pt x="1472549" y="1009223"/>
                  </a:lnTo>
                  <a:lnTo>
                    <a:pt x="1483078" y="1008703"/>
                  </a:lnTo>
                  <a:lnTo>
                    <a:pt x="1487126" y="1004234"/>
                  </a:lnTo>
                  <a:lnTo>
                    <a:pt x="1486655" y="994666"/>
                  </a:lnTo>
                  <a:lnTo>
                    <a:pt x="1486608" y="993726"/>
                  </a:lnTo>
                  <a:lnTo>
                    <a:pt x="1482138" y="989676"/>
                  </a:lnTo>
                  <a:close/>
                </a:path>
                <a:path w="1771650" h="1010285">
                  <a:moveTo>
                    <a:pt x="1444513" y="990616"/>
                  </a:moveTo>
                  <a:lnTo>
                    <a:pt x="1433972" y="990616"/>
                  </a:lnTo>
                  <a:lnTo>
                    <a:pt x="1429708" y="994881"/>
                  </a:lnTo>
                  <a:lnTo>
                    <a:pt x="1429708" y="1005401"/>
                  </a:lnTo>
                  <a:lnTo>
                    <a:pt x="1433972" y="1009666"/>
                  </a:lnTo>
                  <a:lnTo>
                    <a:pt x="1444513" y="1009666"/>
                  </a:lnTo>
                  <a:lnTo>
                    <a:pt x="1448777" y="1005401"/>
                  </a:lnTo>
                  <a:lnTo>
                    <a:pt x="1448777" y="994881"/>
                  </a:lnTo>
                  <a:lnTo>
                    <a:pt x="1444513" y="990616"/>
                  </a:lnTo>
                  <a:close/>
                </a:path>
                <a:path w="1771650" h="1010285">
                  <a:moveTo>
                    <a:pt x="1406394" y="990616"/>
                  </a:moveTo>
                  <a:lnTo>
                    <a:pt x="1395854" y="990616"/>
                  </a:lnTo>
                  <a:lnTo>
                    <a:pt x="1391589" y="994881"/>
                  </a:lnTo>
                  <a:lnTo>
                    <a:pt x="1391589" y="1005401"/>
                  </a:lnTo>
                  <a:lnTo>
                    <a:pt x="1395854" y="1009666"/>
                  </a:lnTo>
                  <a:lnTo>
                    <a:pt x="1406394" y="1009666"/>
                  </a:lnTo>
                  <a:lnTo>
                    <a:pt x="1410658" y="1005401"/>
                  </a:lnTo>
                  <a:lnTo>
                    <a:pt x="1410658" y="994881"/>
                  </a:lnTo>
                  <a:lnTo>
                    <a:pt x="1406394" y="990616"/>
                  </a:lnTo>
                  <a:close/>
                </a:path>
                <a:path w="1771650" h="1010285">
                  <a:moveTo>
                    <a:pt x="1368275" y="990616"/>
                  </a:moveTo>
                  <a:lnTo>
                    <a:pt x="1357735" y="990616"/>
                  </a:lnTo>
                  <a:lnTo>
                    <a:pt x="1353470" y="994881"/>
                  </a:lnTo>
                  <a:lnTo>
                    <a:pt x="1353470" y="1005401"/>
                  </a:lnTo>
                  <a:lnTo>
                    <a:pt x="1357735" y="1009666"/>
                  </a:lnTo>
                  <a:lnTo>
                    <a:pt x="1368275" y="1009666"/>
                  </a:lnTo>
                  <a:lnTo>
                    <a:pt x="1372539" y="1005401"/>
                  </a:lnTo>
                  <a:lnTo>
                    <a:pt x="1372539" y="994881"/>
                  </a:lnTo>
                  <a:lnTo>
                    <a:pt x="1368275" y="990616"/>
                  </a:lnTo>
                  <a:close/>
                </a:path>
                <a:path w="1771650" h="1010285">
                  <a:moveTo>
                    <a:pt x="1330156" y="990616"/>
                  </a:moveTo>
                  <a:lnTo>
                    <a:pt x="1319616" y="990616"/>
                  </a:lnTo>
                  <a:lnTo>
                    <a:pt x="1315351" y="994881"/>
                  </a:lnTo>
                  <a:lnTo>
                    <a:pt x="1315351" y="1005401"/>
                  </a:lnTo>
                  <a:lnTo>
                    <a:pt x="1319616" y="1009666"/>
                  </a:lnTo>
                  <a:lnTo>
                    <a:pt x="1330156" y="1009666"/>
                  </a:lnTo>
                  <a:lnTo>
                    <a:pt x="1334420" y="1005401"/>
                  </a:lnTo>
                  <a:lnTo>
                    <a:pt x="1334420" y="994881"/>
                  </a:lnTo>
                  <a:lnTo>
                    <a:pt x="1330156" y="990616"/>
                  </a:lnTo>
                  <a:close/>
                </a:path>
                <a:path w="1771650" h="1010285">
                  <a:moveTo>
                    <a:pt x="1292037" y="990616"/>
                  </a:moveTo>
                  <a:lnTo>
                    <a:pt x="1281497" y="990616"/>
                  </a:lnTo>
                  <a:lnTo>
                    <a:pt x="1277232" y="994881"/>
                  </a:lnTo>
                  <a:lnTo>
                    <a:pt x="1277232" y="1005401"/>
                  </a:lnTo>
                  <a:lnTo>
                    <a:pt x="1281497" y="1009666"/>
                  </a:lnTo>
                  <a:lnTo>
                    <a:pt x="1292037" y="1009666"/>
                  </a:lnTo>
                  <a:lnTo>
                    <a:pt x="1296301" y="1005401"/>
                  </a:lnTo>
                  <a:lnTo>
                    <a:pt x="1296301" y="994881"/>
                  </a:lnTo>
                  <a:lnTo>
                    <a:pt x="1292037" y="990616"/>
                  </a:lnTo>
                  <a:close/>
                </a:path>
                <a:path w="1771650" h="1010285">
                  <a:moveTo>
                    <a:pt x="1253917" y="990616"/>
                  </a:moveTo>
                  <a:lnTo>
                    <a:pt x="1243378" y="990616"/>
                  </a:lnTo>
                  <a:lnTo>
                    <a:pt x="1239113" y="994881"/>
                  </a:lnTo>
                  <a:lnTo>
                    <a:pt x="1239113" y="1005401"/>
                  </a:lnTo>
                  <a:lnTo>
                    <a:pt x="1243378" y="1009666"/>
                  </a:lnTo>
                  <a:lnTo>
                    <a:pt x="1253917" y="1009666"/>
                  </a:lnTo>
                  <a:lnTo>
                    <a:pt x="1258182" y="1005401"/>
                  </a:lnTo>
                  <a:lnTo>
                    <a:pt x="1258182" y="994881"/>
                  </a:lnTo>
                  <a:lnTo>
                    <a:pt x="1253917" y="990616"/>
                  </a:lnTo>
                  <a:close/>
                </a:path>
                <a:path w="1771650" h="1010285">
                  <a:moveTo>
                    <a:pt x="1215798" y="990616"/>
                  </a:moveTo>
                  <a:lnTo>
                    <a:pt x="1205259" y="990616"/>
                  </a:lnTo>
                  <a:lnTo>
                    <a:pt x="1200994" y="994881"/>
                  </a:lnTo>
                  <a:lnTo>
                    <a:pt x="1200994" y="1005401"/>
                  </a:lnTo>
                  <a:lnTo>
                    <a:pt x="1205259" y="1009666"/>
                  </a:lnTo>
                  <a:lnTo>
                    <a:pt x="1215798" y="1009666"/>
                  </a:lnTo>
                  <a:lnTo>
                    <a:pt x="1220063" y="1005401"/>
                  </a:lnTo>
                  <a:lnTo>
                    <a:pt x="1220063" y="994881"/>
                  </a:lnTo>
                  <a:lnTo>
                    <a:pt x="1215798" y="990616"/>
                  </a:lnTo>
                  <a:close/>
                </a:path>
                <a:path w="1771650" h="1010285">
                  <a:moveTo>
                    <a:pt x="1177679" y="990616"/>
                  </a:moveTo>
                  <a:lnTo>
                    <a:pt x="1167140" y="990616"/>
                  </a:lnTo>
                  <a:lnTo>
                    <a:pt x="1162875" y="994881"/>
                  </a:lnTo>
                  <a:lnTo>
                    <a:pt x="1162875" y="1005401"/>
                  </a:lnTo>
                  <a:lnTo>
                    <a:pt x="1167140" y="1009666"/>
                  </a:lnTo>
                  <a:lnTo>
                    <a:pt x="1177679" y="1009666"/>
                  </a:lnTo>
                  <a:lnTo>
                    <a:pt x="1181944" y="1005401"/>
                  </a:lnTo>
                  <a:lnTo>
                    <a:pt x="1181944" y="994881"/>
                  </a:lnTo>
                  <a:lnTo>
                    <a:pt x="1177679" y="990616"/>
                  </a:lnTo>
                  <a:close/>
                </a:path>
                <a:path w="1771650" h="1010285">
                  <a:moveTo>
                    <a:pt x="1139560" y="990616"/>
                  </a:moveTo>
                  <a:lnTo>
                    <a:pt x="1129021" y="990616"/>
                  </a:lnTo>
                  <a:lnTo>
                    <a:pt x="1124756" y="994881"/>
                  </a:lnTo>
                  <a:lnTo>
                    <a:pt x="1124756" y="1005401"/>
                  </a:lnTo>
                  <a:lnTo>
                    <a:pt x="1129021" y="1009666"/>
                  </a:lnTo>
                  <a:lnTo>
                    <a:pt x="1139560" y="1009666"/>
                  </a:lnTo>
                  <a:lnTo>
                    <a:pt x="1143825" y="1005401"/>
                  </a:lnTo>
                  <a:lnTo>
                    <a:pt x="1143825" y="994881"/>
                  </a:lnTo>
                  <a:lnTo>
                    <a:pt x="1139560" y="990616"/>
                  </a:lnTo>
                  <a:close/>
                </a:path>
                <a:path w="1771650" h="1010285">
                  <a:moveTo>
                    <a:pt x="1101441" y="990616"/>
                  </a:moveTo>
                  <a:lnTo>
                    <a:pt x="1090902" y="990616"/>
                  </a:lnTo>
                  <a:lnTo>
                    <a:pt x="1086637" y="994881"/>
                  </a:lnTo>
                  <a:lnTo>
                    <a:pt x="1086637" y="1005401"/>
                  </a:lnTo>
                  <a:lnTo>
                    <a:pt x="1090902" y="1009666"/>
                  </a:lnTo>
                  <a:lnTo>
                    <a:pt x="1101441" y="1009666"/>
                  </a:lnTo>
                  <a:lnTo>
                    <a:pt x="1105706" y="1005401"/>
                  </a:lnTo>
                  <a:lnTo>
                    <a:pt x="1105706" y="994881"/>
                  </a:lnTo>
                  <a:lnTo>
                    <a:pt x="1101441" y="990616"/>
                  </a:lnTo>
                  <a:close/>
                </a:path>
                <a:path w="1771650" h="1010285">
                  <a:moveTo>
                    <a:pt x="1063322" y="990616"/>
                  </a:moveTo>
                  <a:lnTo>
                    <a:pt x="1052783" y="990616"/>
                  </a:lnTo>
                  <a:lnTo>
                    <a:pt x="1048518" y="994881"/>
                  </a:lnTo>
                  <a:lnTo>
                    <a:pt x="1048518" y="1005401"/>
                  </a:lnTo>
                  <a:lnTo>
                    <a:pt x="1052783" y="1009666"/>
                  </a:lnTo>
                  <a:lnTo>
                    <a:pt x="1063322" y="1009666"/>
                  </a:lnTo>
                  <a:lnTo>
                    <a:pt x="1067587" y="1005401"/>
                  </a:lnTo>
                  <a:lnTo>
                    <a:pt x="1067587" y="994881"/>
                  </a:lnTo>
                  <a:lnTo>
                    <a:pt x="1063322" y="990616"/>
                  </a:lnTo>
                  <a:close/>
                </a:path>
                <a:path w="1771650" h="1010285">
                  <a:moveTo>
                    <a:pt x="1025203" y="990616"/>
                  </a:moveTo>
                  <a:lnTo>
                    <a:pt x="1014663" y="990616"/>
                  </a:lnTo>
                  <a:lnTo>
                    <a:pt x="1010399" y="994881"/>
                  </a:lnTo>
                  <a:lnTo>
                    <a:pt x="1010399" y="1005401"/>
                  </a:lnTo>
                  <a:lnTo>
                    <a:pt x="1014663" y="1009666"/>
                  </a:lnTo>
                  <a:lnTo>
                    <a:pt x="1025203" y="1009666"/>
                  </a:lnTo>
                  <a:lnTo>
                    <a:pt x="1029468" y="1005401"/>
                  </a:lnTo>
                  <a:lnTo>
                    <a:pt x="1029468" y="994881"/>
                  </a:lnTo>
                  <a:lnTo>
                    <a:pt x="1025203" y="990616"/>
                  </a:lnTo>
                  <a:close/>
                </a:path>
                <a:path w="1771650" h="1010285">
                  <a:moveTo>
                    <a:pt x="987084" y="990616"/>
                  </a:moveTo>
                  <a:lnTo>
                    <a:pt x="976544" y="990616"/>
                  </a:lnTo>
                  <a:lnTo>
                    <a:pt x="972280" y="994881"/>
                  </a:lnTo>
                  <a:lnTo>
                    <a:pt x="972280" y="1005401"/>
                  </a:lnTo>
                  <a:lnTo>
                    <a:pt x="976544" y="1009666"/>
                  </a:lnTo>
                  <a:lnTo>
                    <a:pt x="987084" y="1009666"/>
                  </a:lnTo>
                  <a:lnTo>
                    <a:pt x="991349" y="1005401"/>
                  </a:lnTo>
                  <a:lnTo>
                    <a:pt x="991349" y="994881"/>
                  </a:lnTo>
                  <a:lnTo>
                    <a:pt x="987084" y="990616"/>
                  </a:lnTo>
                  <a:close/>
                </a:path>
                <a:path w="1771650" h="1010285">
                  <a:moveTo>
                    <a:pt x="948965" y="990616"/>
                  </a:moveTo>
                  <a:lnTo>
                    <a:pt x="938425" y="990616"/>
                  </a:lnTo>
                  <a:lnTo>
                    <a:pt x="934161" y="994881"/>
                  </a:lnTo>
                  <a:lnTo>
                    <a:pt x="934161" y="1005401"/>
                  </a:lnTo>
                  <a:lnTo>
                    <a:pt x="938425" y="1009666"/>
                  </a:lnTo>
                  <a:lnTo>
                    <a:pt x="948965" y="1009666"/>
                  </a:lnTo>
                  <a:lnTo>
                    <a:pt x="953230" y="1005401"/>
                  </a:lnTo>
                  <a:lnTo>
                    <a:pt x="953230" y="994881"/>
                  </a:lnTo>
                  <a:lnTo>
                    <a:pt x="948965" y="990616"/>
                  </a:lnTo>
                  <a:close/>
                </a:path>
                <a:path w="1771650" h="1010285">
                  <a:moveTo>
                    <a:pt x="910846" y="990616"/>
                  </a:moveTo>
                  <a:lnTo>
                    <a:pt x="900306" y="990616"/>
                  </a:lnTo>
                  <a:lnTo>
                    <a:pt x="896042" y="994881"/>
                  </a:lnTo>
                  <a:lnTo>
                    <a:pt x="896042" y="1005401"/>
                  </a:lnTo>
                  <a:lnTo>
                    <a:pt x="900306" y="1009666"/>
                  </a:lnTo>
                  <a:lnTo>
                    <a:pt x="910846" y="1009666"/>
                  </a:lnTo>
                  <a:lnTo>
                    <a:pt x="915111" y="1005401"/>
                  </a:lnTo>
                  <a:lnTo>
                    <a:pt x="915111" y="994881"/>
                  </a:lnTo>
                  <a:lnTo>
                    <a:pt x="910846" y="990616"/>
                  </a:lnTo>
                  <a:close/>
                </a:path>
                <a:path w="1771650" h="1010285">
                  <a:moveTo>
                    <a:pt x="872727" y="990616"/>
                  </a:moveTo>
                  <a:lnTo>
                    <a:pt x="862187" y="990616"/>
                  </a:lnTo>
                  <a:lnTo>
                    <a:pt x="857923" y="994881"/>
                  </a:lnTo>
                  <a:lnTo>
                    <a:pt x="857923" y="1005401"/>
                  </a:lnTo>
                  <a:lnTo>
                    <a:pt x="862187" y="1009666"/>
                  </a:lnTo>
                  <a:lnTo>
                    <a:pt x="872727" y="1009666"/>
                  </a:lnTo>
                  <a:lnTo>
                    <a:pt x="876992" y="1005401"/>
                  </a:lnTo>
                  <a:lnTo>
                    <a:pt x="876992" y="994881"/>
                  </a:lnTo>
                  <a:lnTo>
                    <a:pt x="872727" y="990616"/>
                  </a:lnTo>
                  <a:close/>
                </a:path>
                <a:path w="1771650" h="1010285">
                  <a:moveTo>
                    <a:pt x="834608" y="990616"/>
                  </a:moveTo>
                  <a:lnTo>
                    <a:pt x="824068" y="990616"/>
                  </a:lnTo>
                  <a:lnTo>
                    <a:pt x="819804" y="994881"/>
                  </a:lnTo>
                  <a:lnTo>
                    <a:pt x="819804" y="1005401"/>
                  </a:lnTo>
                  <a:lnTo>
                    <a:pt x="824068" y="1009666"/>
                  </a:lnTo>
                  <a:lnTo>
                    <a:pt x="834608" y="1009666"/>
                  </a:lnTo>
                  <a:lnTo>
                    <a:pt x="838873" y="1005401"/>
                  </a:lnTo>
                  <a:lnTo>
                    <a:pt x="838873" y="994881"/>
                  </a:lnTo>
                  <a:lnTo>
                    <a:pt x="834608" y="990616"/>
                  </a:lnTo>
                  <a:close/>
                </a:path>
                <a:path w="1771650" h="1010285">
                  <a:moveTo>
                    <a:pt x="796489" y="990616"/>
                  </a:moveTo>
                  <a:lnTo>
                    <a:pt x="785949" y="990616"/>
                  </a:lnTo>
                  <a:lnTo>
                    <a:pt x="781685" y="994881"/>
                  </a:lnTo>
                  <a:lnTo>
                    <a:pt x="781685" y="1005401"/>
                  </a:lnTo>
                  <a:lnTo>
                    <a:pt x="785949" y="1009666"/>
                  </a:lnTo>
                  <a:lnTo>
                    <a:pt x="796489" y="1009666"/>
                  </a:lnTo>
                  <a:lnTo>
                    <a:pt x="800754" y="1005401"/>
                  </a:lnTo>
                  <a:lnTo>
                    <a:pt x="800754" y="994881"/>
                  </a:lnTo>
                  <a:lnTo>
                    <a:pt x="796489" y="990616"/>
                  </a:lnTo>
                  <a:close/>
                </a:path>
                <a:path w="1771650" h="1010285">
                  <a:moveTo>
                    <a:pt x="758370" y="990616"/>
                  </a:moveTo>
                  <a:lnTo>
                    <a:pt x="747830" y="990616"/>
                  </a:lnTo>
                  <a:lnTo>
                    <a:pt x="743565" y="994881"/>
                  </a:lnTo>
                  <a:lnTo>
                    <a:pt x="743565" y="1005401"/>
                  </a:lnTo>
                  <a:lnTo>
                    <a:pt x="747830" y="1009666"/>
                  </a:lnTo>
                  <a:lnTo>
                    <a:pt x="758370" y="1009666"/>
                  </a:lnTo>
                  <a:lnTo>
                    <a:pt x="762635" y="1005401"/>
                  </a:lnTo>
                  <a:lnTo>
                    <a:pt x="762635" y="994881"/>
                  </a:lnTo>
                  <a:lnTo>
                    <a:pt x="758370" y="990616"/>
                  </a:lnTo>
                  <a:close/>
                </a:path>
                <a:path w="1771650" h="1010285">
                  <a:moveTo>
                    <a:pt x="720251" y="990616"/>
                  </a:moveTo>
                  <a:lnTo>
                    <a:pt x="709711" y="990616"/>
                  </a:lnTo>
                  <a:lnTo>
                    <a:pt x="705446" y="994881"/>
                  </a:lnTo>
                  <a:lnTo>
                    <a:pt x="705446" y="1005401"/>
                  </a:lnTo>
                  <a:lnTo>
                    <a:pt x="709711" y="1009666"/>
                  </a:lnTo>
                  <a:lnTo>
                    <a:pt x="720251" y="1009666"/>
                  </a:lnTo>
                  <a:lnTo>
                    <a:pt x="724515" y="1005401"/>
                  </a:lnTo>
                  <a:lnTo>
                    <a:pt x="724515" y="994881"/>
                  </a:lnTo>
                  <a:lnTo>
                    <a:pt x="720251" y="990616"/>
                  </a:lnTo>
                  <a:close/>
                </a:path>
                <a:path w="1771650" h="1010285">
                  <a:moveTo>
                    <a:pt x="682132" y="990616"/>
                  </a:moveTo>
                  <a:lnTo>
                    <a:pt x="671592" y="990616"/>
                  </a:lnTo>
                  <a:lnTo>
                    <a:pt x="667327" y="994881"/>
                  </a:lnTo>
                  <a:lnTo>
                    <a:pt x="667327" y="1005401"/>
                  </a:lnTo>
                  <a:lnTo>
                    <a:pt x="671592" y="1009666"/>
                  </a:lnTo>
                  <a:lnTo>
                    <a:pt x="682132" y="1009666"/>
                  </a:lnTo>
                  <a:lnTo>
                    <a:pt x="686396" y="1005401"/>
                  </a:lnTo>
                  <a:lnTo>
                    <a:pt x="686396" y="994881"/>
                  </a:lnTo>
                  <a:lnTo>
                    <a:pt x="682132" y="990616"/>
                  </a:lnTo>
                  <a:close/>
                </a:path>
                <a:path w="1771650" h="1010285">
                  <a:moveTo>
                    <a:pt x="644013" y="990616"/>
                  </a:moveTo>
                  <a:lnTo>
                    <a:pt x="633473" y="990616"/>
                  </a:lnTo>
                  <a:lnTo>
                    <a:pt x="629208" y="994881"/>
                  </a:lnTo>
                  <a:lnTo>
                    <a:pt x="629208" y="1005401"/>
                  </a:lnTo>
                  <a:lnTo>
                    <a:pt x="633473" y="1009666"/>
                  </a:lnTo>
                  <a:lnTo>
                    <a:pt x="644013" y="1009666"/>
                  </a:lnTo>
                  <a:lnTo>
                    <a:pt x="648277" y="1005401"/>
                  </a:lnTo>
                  <a:lnTo>
                    <a:pt x="648277" y="994881"/>
                  </a:lnTo>
                  <a:lnTo>
                    <a:pt x="644013" y="990616"/>
                  </a:lnTo>
                  <a:close/>
                </a:path>
                <a:path w="1771650" h="1010285">
                  <a:moveTo>
                    <a:pt x="605894" y="990616"/>
                  </a:moveTo>
                  <a:lnTo>
                    <a:pt x="595354" y="990616"/>
                  </a:lnTo>
                  <a:lnTo>
                    <a:pt x="591089" y="994881"/>
                  </a:lnTo>
                  <a:lnTo>
                    <a:pt x="591089" y="1005401"/>
                  </a:lnTo>
                  <a:lnTo>
                    <a:pt x="595354" y="1009666"/>
                  </a:lnTo>
                  <a:lnTo>
                    <a:pt x="605894" y="1009666"/>
                  </a:lnTo>
                  <a:lnTo>
                    <a:pt x="610158" y="1005401"/>
                  </a:lnTo>
                  <a:lnTo>
                    <a:pt x="610158" y="994881"/>
                  </a:lnTo>
                  <a:lnTo>
                    <a:pt x="605894" y="990616"/>
                  </a:lnTo>
                  <a:close/>
                </a:path>
                <a:path w="1771650" h="1010285">
                  <a:moveTo>
                    <a:pt x="567775" y="990616"/>
                  </a:moveTo>
                  <a:lnTo>
                    <a:pt x="557235" y="990616"/>
                  </a:lnTo>
                  <a:lnTo>
                    <a:pt x="552970" y="994881"/>
                  </a:lnTo>
                  <a:lnTo>
                    <a:pt x="552970" y="1005401"/>
                  </a:lnTo>
                  <a:lnTo>
                    <a:pt x="557235" y="1009666"/>
                  </a:lnTo>
                  <a:lnTo>
                    <a:pt x="567775" y="1009666"/>
                  </a:lnTo>
                  <a:lnTo>
                    <a:pt x="572039" y="1005401"/>
                  </a:lnTo>
                  <a:lnTo>
                    <a:pt x="572039" y="994881"/>
                  </a:lnTo>
                  <a:lnTo>
                    <a:pt x="567775" y="990616"/>
                  </a:lnTo>
                  <a:close/>
                </a:path>
                <a:path w="1771650" h="1010285">
                  <a:moveTo>
                    <a:pt x="529656" y="990616"/>
                  </a:moveTo>
                  <a:lnTo>
                    <a:pt x="519116" y="990616"/>
                  </a:lnTo>
                  <a:lnTo>
                    <a:pt x="514851" y="994881"/>
                  </a:lnTo>
                  <a:lnTo>
                    <a:pt x="514851" y="1005401"/>
                  </a:lnTo>
                  <a:lnTo>
                    <a:pt x="519116" y="1009666"/>
                  </a:lnTo>
                  <a:lnTo>
                    <a:pt x="529656" y="1009666"/>
                  </a:lnTo>
                  <a:lnTo>
                    <a:pt x="533920" y="1005401"/>
                  </a:lnTo>
                  <a:lnTo>
                    <a:pt x="533920" y="994881"/>
                  </a:lnTo>
                  <a:lnTo>
                    <a:pt x="529656" y="990616"/>
                  </a:lnTo>
                  <a:close/>
                </a:path>
                <a:path w="1771650" h="1010285">
                  <a:moveTo>
                    <a:pt x="491536" y="990616"/>
                  </a:moveTo>
                  <a:lnTo>
                    <a:pt x="480997" y="990616"/>
                  </a:lnTo>
                  <a:lnTo>
                    <a:pt x="476732" y="994881"/>
                  </a:lnTo>
                  <a:lnTo>
                    <a:pt x="476732" y="1005401"/>
                  </a:lnTo>
                  <a:lnTo>
                    <a:pt x="480997" y="1009666"/>
                  </a:lnTo>
                  <a:lnTo>
                    <a:pt x="491536" y="1009666"/>
                  </a:lnTo>
                  <a:lnTo>
                    <a:pt x="495801" y="1005401"/>
                  </a:lnTo>
                  <a:lnTo>
                    <a:pt x="495801" y="994881"/>
                  </a:lnTo>
                  <a:lnTo>
                    <a:pt x="491536" y="990616"/>
                  </a:lnTo>
                  <a:close/>
                </a:path>
                <a:path w="1771650" h="1010285">
                  <a:moveTo>
                    <a:pt x="453417" y="990616"/>
                  </a:moveTo>
                  <a:lnTo>
                    <a:pt x="442876" y="990616"/>
                  </a:lnTo>
                  <a:lnTo>
                    <a:pt x="438613" y="994881"/>
                  </a:lnTo>
                  <a:lnTo>
                    <a:pt x="438613" y="1005401"/>
                  </a:lnTo>
                  <a:lnTo>
                    <a:pt x="442876" y="1009666"/>
                  </a:lnTo>
                  <a:lnTo>
                    <a:pt x="453417" y="1009666"/>
                  </a:lnTo>
                  <a:lnTo>
                    <a:pt x="457682" y="1005401"/>
                  </a:lnTo>
                  <a:lnTo>
                    <a:pt x="457682" y="994881"/>
                  </a:lnTo>
                  <a:lnTo>
                    <a:pt x="453417" y="990616"/>
                  </a:lnTo>
                  <a:close/>
                </a:path>
                <a:path w="1771650" h="1010285">
                  <a:moveTo>
                    <a:pt x="415298" y="990616"/>
                  </a:moveTo>
                  <a:lnTo>
                    <a:pt x="404757" y="990616"/>
                  </a:lnTo>
                  <a:lnTo>
                    <a:pt x="400494" y="994881"/>
                  </a:lnTo>
                  <a:lnTo>
                    <a:pt x="400494" y="1005401"/>
                  </a:lnTo>
                  <a:lnTo>
                    <a:pt x="404757" y="1009666"/>
                  </a:lnTo>
                  <a:lnTo>
                    <a:pt x="415298" y="1009666"/>
                  </a:lnTo>
                  <a:lnTo>
                    <a:pt x="419563" y="1005401"/>
                  </a:lnTo>
                  <a:lnTo>
                    <a:pt x="419563" y="994881"/>
                  </a:lnTo>
                  <a:lnTo>
                    <a:pt x="415298" y="990616"/>
                  </a:lnTo>
                  <a:close/>
                </a:path>
                <a:path w="1771650" h="1010285">
                  <a:moveTo>
                    <a:pt x="377179" y="990616"/>
                  </a:moveTo>
                  <a:lnTo>
                    <a:pt x="366638" y="990616"/>
                  </a:lnTo>
                  <a:lnTo>
                    <a:pt x="362375" y="994881"/>
                  </a:lnTo>
                  <a:lnTo>
                    <a:pt x="362375" y="1005401"/>
                  </a:lnTo>
                  <a:lnTo>
                    <a:pt x="366638" y="1009666"/>
                  </a:lnTo>
                  <a:lnTo>
                    <a:pt x="377179" y="1009666"/>
                  </a:lnTo>
                  <a:lnTo>
                    <a:pt x="381444" y="1005401"/>
                  </a:lnTo>
                  <a:lnTo>
                    <a:pt x="381444" y="994881"/>
                  </a:lnTo>
                  <a:lnTo>
                    <a:pt x="377179" y="990616"/>
                  </a:lnTo>
                  <a:close/>
                </a:path>
                <a:path w="1771650" h="1010285">
                  <a:moveTo>
                    <a:pt x="339060" y="990616"/>
                  </a:moveTo>
                  <a:lnTo>
                    <a:pt x="328519" y="990616"/>
                  </a:lnTo>
                  <a:lnTo>
                    <a:pt x="324256" y="994881"/>
                  </a:lnTo>
                  <a:lnTo>
                    <a:pt x="324256" y="1005401"/>
                  </a:lnTo>
                  <a:lnTo>
                    <a:pt x="328519" y="1009666"/>
                  </a:lnTo>
                  <a:lnTo>
                    <a:pt x="339060" y="1009666"/>
                  </a:lnTo>
                  <a:lnTo>
                    <a:pt x="343325" y="1005401"/>
                  </a:lnTo>
                  <a:lnTo>
                    <a:pt x="343325" y="994881"/>
                  </a:lnTo>
                  <a:lnTo>
                    <a:pt x="339060" y="990616"/>
                  </a:lnTo>
                  <a:close/>
                </a:path>
                <a:path w="1771650" h="1010285">
                  <a:moveTo>
                    <a:pt x="290892" y="989747"/>
                  </a:moveTo>
                  <a:lnTo>
                    <a:pt x="286423" y="993796"/>
                  </a:lnTo>
                  <a:lnTo>
                    <a:pt x="285904" y="1004304"/>
                  </a:lnTo>
                  <a:lnTo>
                    <a:pt x="289954" y="1008773"/>
                  </a:lnTo>
                  <a:lnTo>
                    <a:pt x="300482" y="1009293"/>
                  </a:lnTo>
                  <a:lnTo>
                    <a:pt x="304951" y="1005243"/>
                  </a:lnTo>
                  <a:lnTo>
                    <a:pt x="305469" y="994735"/>
                  </a:lnTo>
                  <a:lnTo>
                    <a:pt x="301419" y="990265"/>
                  </a:lnTo>
                  <a:lnTo>
                    <a:pt x="290892" y="989747"/>
                  </a:lnTo>
                  <a:close/>
                </a:path>
                <a:path w="1771650" h="1010285">
                  <a:moveTo>
                    <a:pt x="254046" y="985389"/>
                  </a:moveTo>
                  <a:lnTo>
                    <a:pt x="249187" y="988960"/>
                  </a:lnTo>
                  <a:lnTo>
                    <a:pt x="247599" y="999361"/>
                  </a:lnTo>
                  <a:lnTo>
                    <a:pt x="251171" y="1004220"/>
                  </a:lnTo>
                  <a:lnTo>
                    <a:pt x="261590" y="1005812"/>
                  </a:lnTo>
                  <a:lnTo>
                    <a:pt x="266449" y="1002239"/>
                  </a:lnTo>
                  <a:lnTo>
                    <a:pt x="268038" y="991839"/>
                  </a:lnTo>
                  <a:lnTo>
                    <a:pt x="264466" y="986980"/>
                  </a:lnTo>
                  <a:lnTo>
                    <a:pt x="254046" y="985389"/>
                  </a:lnTo>
                  <a:close/>
                </a:path>
                <a:path w="1771650" h="1010285">
                  <a:moveTo>
                    <a:pt x="217968" y="976560"/>
                  </a:moveTo>
                  <a:lnTo>
                    <a:pt x="212775" y="979627"/>
                  </a:lnTo>
                  <a:lnTo>
                    <a:pt x="210153" y="989816"/>
                  </a:lnTo>
                  <a:lnTo>
                    <a:pt x="213220" y="995009"/>
                  </a:lnTo>
                  <a:lnTo>
                    <a:pt x="223427" y="997637"/>
                  </a:lnTo>
                  <a:lnTo>
                    <a:pt x="228620" y="994570"/>
                  </a:lnTo>
                  <a:lnTo>
                    <a:pt x="231242" y="984380"/>
                  </a:lnTo>
                  <a:lnTo>
                    <a:pt x="228175" y="979187"/>
                  </a:lnTo>
                  <a:lnTo>
                    <a:pt x="217968" y="976560"/>
                  </a:lnTo>
                  <a:close/>
                </a:path>
                <a:path w="1771650" h="1010285">
                  <a:moveTo>
                    <a:pt x="184518" y="962602"/>
                  </a:moveTo>
                  <a:lnTo>
                    <a:pt x="178827" y="964598"/>
                  </a:lnTo>
                  <a:lnTo>
                    <a:pt x="174266" y="974079"/>
                  </a:lnTo>
                  <a:lnTo>
                    <a:pt x="176262" y="979770"/>
                  </a:lnTo>
                  <a:lnTo>
                    <a:pt x="185761" y="984338"/>
                  </a:lnTo>
                  <a:lnTo>
                    <a:pt x="191452" y="982343"/>
                  </a:lnTo>
                  <a:lnTo>
                    <a:pt x="196011" y="972861"/>
                  </a:lnTo>
                  <a:lnTo>
                    <a:pt x="194016" y="967171"/>
                  </a:lnTo>
                  <a:lnTo>
                    <a:pt x="184518" y="962602"/>
                  </a:lnTo>
                  <a:close/>
                </a:path>
                <a:path w="1771650" h="1010285">
                  <a:moveTo>
                    <a:pt x="151997" y="944638"/>
                  </a:moveTo>
                  <a:lnTo>
                    <a:pt x="146140" y="946072"/>
                  </a:lnTo>
                  <a:lnTo>
                    <a:pt x="140684" y="955067"/>
                  </a:lnTo>
                  <a:lnTo>
                    <a:pt x="142119" y="960926"/>
                  </a:lnTo>
                  <a:lnTo>
                    <a:pt x="151131" y="966392"/>
                  </a:lnTo>
                  <a:lnTo>
                    <a:pt x="156988" y="964957"/>
                  </a:lnTo>
                  <a:lnTo>
                    <a:pt x="162444" y="955962"/>
                  </a:lnTo>
                  <a:lnTo>
                    <a:pt x="161010" y="950104"/>
                  </a:lnTo>
                  <a:lnTo>
                    <a:pt x="151997" y="944638"/>
                  </a:lnTo>
                  <a:close/>
                </a:path>
                <a:path w="1771650" h="1010285">
                  <a:moveTo>
                    <a:pt x="121875" y="922878"/>
                  </a:moveTo>
                  <a:lnTo>
                    <a:pt x="115905" y="923733"/>
                  </a:lnTo>
                  <a:lnTo>
                    <a:pt x="109594" y="932150"/>
                  </a:lnTo>
                  <a:lnTo>
                    <a:pt x="110449" y="938121"/>
                  </a:lnTo>
                  <a:lnTo>
                    <a:pt x="118882" y="944443"/>
                  </a:lnTo>
                  <a:lnTo>
                    <a:pt x="124852" y="943588"/>
                  </a:lnTo>
                  <a:lnTo>
                    <a:pt x="131163" y="935170"/>
                  </a:lnTo>
                  <a:lnTo>
                    <a:pt x="130309" y="929200"/>
                  </a:lnTo>
                  <a:lnTo>
                    <a:pt x="121875" y="922878"/>
                  </a:lnTo>
                  <a:close/>
                </a:path>
                <a:path w="1771650" h="1010285">
                  <a:moveTo>
                    <a:pt x="89941" y="897181"/>
                  </a:moveTo>
                  <a:lnTo>
                    <a:pt x="82148" y="904250"/>
                  </a:lnTo>
                  <a:lnTo>
                    <a:pt x="81855" y="910273"/>
                  </a:lnTo>
                  <a:lnTo>
                    <a:pt x="88936" y="918081"/>
                  </a:lnTo>
                  <a:lnTo>
                    <a:pt x="94960" y="918375"/>
                  </a:lnTo>
                  <a:lnTo>
                    <a:pt x="102753" y="911306"/>
                  </a:lnTo>
                  <a:lnTo>
                    <a:pt x="103046" y="905282"/>
                  </a:lnTo>
                  <a:lnTo>
                    <a:pt x="95965" y="897475"/>
                  </a:lnTo>
                  <a:lnTo>
                    <a:pt x="89941" y="897181"/>
                  </a:lnTo>
                  <a:close/>
                </a:path>
                <a:path w="1771650" h="1010285">
                  <a:moveTo>
                    <a:pt x="66503" y="867801"/>
                  </a:moveTo>
                  <a:lnTo>
                    <a:pt x="58079" y="874104"/>
                  </a:lnTo>
                  <a:lnTo>
                    <a:pt x="57219" y="880073"/>
                  </a:lnTo>
                  <a:lnTo>
                    <a:pt x="63534" y="888512"/>
                  </a:lnTo>
                  <a:lnTo>
                    <a:pt x="69503" y="889372"/>
                  </a:lnTo>
                  <a:lnTo>
                    <a:pt x="77927" y="883069"/>
                  </a:lnTo>
                  <a:lnTo>
                    <a:pt x="78786" y="877100"/>
                  </a:lnTo>
                  <a:lnTo>
                    <a:pt x="72472" y="868660"/>
                  </a:lnTo>
                  <a:lnTo>
                    <a:pt x="66503" y="867801"/>
                  </a:lnTo>
                  <a:close/>
                </a:path>
                <a:path w="1771650" h="1010285">
                  <a:moveTo>
                    <a:pt x="46749" y="835802"/>
                  </a:moveTo>
                  <a:lnTo>
                    <a:pt x="37762" y="841273"/>
                  </a:lnTo>
                  <a:lnTo>
                    <a:pt x="36337" y="847133"/>
                  </a:lnTo>
                  <a:lnTo>
                    <a:pt x="41817" y="856136"/>
                  </a:lnTo>
                  <a:lnTo>
                    <a:pt x="47677" y="857562"/>
                  </a:lnTo>
                  <a:lnTo>
                    <a:pt x="56664" y="852091"/>
                  </a:lnTo>
                  <a:lnTo>
                    <a:pt x="58089" y="846231"/>
                  </a:lnTo>
                  <a:lnTo>
                    <a:pt x="52609" y="837228"/>
                  </a:lnTo>
                  <a:lnTo>
                    <a:pt x="46749" y="835802"/>
                  </a:lnTo>
                  <a:close/>
                </a:path>
                <a:path w="1771650" h="1010285">
                  <a:moveTo>
                    <a:pt x="32594" y="801499"/>
                  </a:moveTo>
                  <a:lnTo>
                    <a:pt x="22715" y="805117"/>
                  </a:lnTo>
                  <a:lnTo>
                    <a:pt x="20177" y="810588"/>
                  </a:lnTo>
                  <a:lnTo>
                    <a:pt x="23802" y="820486"/>
                  </a:lnTo>
                  <a:lnTo>
                    <a:pt x="29273" y="823023"/>
                  </a:lnTo>
                  <a:lnTo>
                    <a:pt x="39152" y="819405"/>
                  </a:lnTo>
                  <a:lnTo>
                    <a:pt x="41690" y="813934"/>
                  </a:lnTo>
                  <a:lnTo>
                    <a:pt x="38065" y="804037"/>
                  </a:lnTo>
                  <a:lnTo>
                    <a:pt x="32594" y="801499"/>
                  </a:lnTo>
                  <a:close/>
                </a:path>
                <a:path w="1771650" h="1010285">
                  <a:moveTo>
                    <a:pt x="21959" y="765482"/>
                  </a:moveTo>
                  <a:lnTo>
                    <a:pt x="11770" y="768104"/>
                  </a:lnTo>
                  <a:lnTo>
                    <a:pt x="8702" y="773296"/>
                  </a:lnTo>
                  <a:lnTo>
                    <a:pt x="11329" y="783504"/>
                  </a:lnTo>
                  <a:lnTo>
                    <a:pt x="16521" y="786571"/>
                  </a:lnTo>
                  <a:lnTo>
                    <a:pt x="26710" y="783950"/>
                  </a:lnTo>
                  <a:lnTo>
                    <a:pt x="29777" y="778757"/>
                  </a:lnTo>
                  <a:lnTo>
                    <a:pt x="27151" y="768549"/>
                  </a:lnTo>
                  <a:lnTo>
                    <a:pt x="21959" y="765482"/>
                  </a:lnTo>
                  <a:close/>
                </a:path>
                <a:path w="1771650" h="1010285">
                  <a:moveTo>
                    <a:pt x="15810" y="728418"/>
                  </a:moveTo>
                  <a:lnTo>
                    <a:pt x="5410" y="730007"/>
                  </a:lnTo>
                  <a:lnTo>
                    <a:pt x="1838" y="734867"/>
                  </a:lnTo>
                  <a:lnTo>
                    <a:pt x="3430" y="745286"/>
                  </a:lnTo>
                  <a:lnTo>
                    <a:pt x="8289" y="748858"/>
                  </a:lnTo>
                  <a:lnTo>
                    <a:pt x="18690" y="747269"/>
                  </a:lnTo>
                  <a:lnTo>
                    <a:pt x="22261" y="742410"/>
                  </a:lnTo>
                  <a:lnTo>
                    <a:pt x="20669" y="731991"/>
                  </a:lnTo>
                  <a:lnTo>
                    <a:pt x="15810" y="728418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33600" y="3657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33600" y="3657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3657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3657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3200" y="3657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3200" y="3657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70193" y="3662376"/>
              <a:ext cx="788035" cy="173355"/>
            </a:xfrm>
            <a:custGeom>
              <a:avLst/>
              <a:gdLst/>
              <a:ahLst/>
              <a:cxnLst/>
              <a:rect l="l" t="t" r="r" b="b"/>
              <a:pathLst>
                <a:path w="788035" h="173354">
                  <a:moveTo>
                    <a:pt x="25390" y="122217"/>
                  </a:moveTo>
                  <a:lnTo>
                    <a:pt x="15506" y="124232"/>
                  </a:lnTo>
                  <a:lnTo>
                    <a:pt x="7180" y="129924"/>
                  </a:lnTo>
                  <a:lnTo>
                    <a:pt x="1866" y="138083"/>
                  </a:lnTo>
                  <a:lnTo>
                    <a:pt x="98" y="147138"/>
                  </a:lnTo>
                  <a:lnTo>
                    <a:pt x="0" y="147640"/>
                  </a:lnTo>
                  <a:lnTo>
                    <a:pt x="1941" y="157164"/>
                  </a:lnTo>
                  <a:lnTo>
                    <a:pt x="2014" y="157523"/>
                  </a:lnTo>
                  <a:lnTo>
                    <a:pt x="7706" y="165850"/>
                  </a:lnTo>
                  <a:lnTo>
                    <a:pt x="15865" y="171164"/>
                  </a:lnTo>
                  <a:lnTo>
                    <a:pt x="25422" y="173030"/>
                  </a:lnTo>
                  <a:lnTo>
                    <a:pt x="35306" y="171015"/>
                  </a:lnTo>
                  <a:lnTo>
                    <a:pt x="43633" y="165324"/>
                  </a:lnTo>
                  <a:lnTo>
                    <a:pt x="48946" y="157164"/>
                  </a:lnTo>
                  <a:lnTo>
                    <a:pt x="49099" y="156378"/>
                  </a:lnTo>
                  <a:lnTo>
                    <a:pt x="29159" y="156378"/>
                  </a:lnTo>
                  <a:lnTo>
                    <a:pt x="21653" y="138869"/>
                  </a:lnTo>
                  <a:lnTo>
                    <a:pt x="43252" y="129611"/>
                  </a:lnTo>
                  <a:lnTo>
                    <a:pt x="43106" y="129397"/>
                  </a:lnTo>
                  <a:lnTo>
                    <a:pt x="34947" y="124083"/>
                  </a:lnTo>
                  <a:lnTo>
                    <a:pt x="25390" y="122217"/>
                  </a:lnTo>
                  <a:close/>
                </a:path>
                <a:path w="788035" h="173354">
                  <a:moveTo>
                    <a:pt x="43252" y="129611"/>
                  </a:moveTo>
                  <a:lnTo>
                    <a:pt x="21653" y="138869"/>
                  </a:lnTo>
                  <a:lnTo>
                    <a:pt x="29159" y="156378"/>
                  </a:lnTo>
                  <a:lnTo>
                    <a:pt x="50716" y="147138"/>
                  </a:lnTo>
                  <a:lnTo>
                    <a:pt x="48870" y="138083"/>
                  </a:lnTo>
                  <a:lnTo>
                    <a:pt x="48797" y="137725"/>
                  </a:lnTo>
                  <a:lnTo>
                    <a:pt x="43252" y="129611"/>
                  </a:lnTo>
                  <a:close/>
                </a:path>
                <a:path w="788035" h="173354">
                  <a:moveTo>
                    <a:pt x="50716" y="147138"/>
                  </a:moveTo>
                  <a:lnTo>
                    <a:pt x="29159" y="156378"/>
                  </a:lnTo>
                  <a:lnTo>
                    <a:pt x="49099" y="156378"/>
                  </a:lnTo>
                  <a:lnTo>
                    <a:pt x="50806" y="147640"/>
                  </a:lnTo>
                  <a:lnTo>
                    <a:pt x="50716" y="147138"/>
                  </a:lnTo>
                  <a:close/>
                </a:path>
                <a:path w="788035" h="173354">
                  <a:moveTo>
                    <a:pt x="668026" y="104867"/>
                  </a:moveTo>
                  <a:lnTo>
                    <a:pt x="661374" y="119380"/>
                  </a:lnTo>
                  <a:lnTo>
                    <a:pt x="787406" y="149211"/>
                  </a:lnTo>
                  <a:lnTo>
                    <a:pt x="733604" y="110213"/>
                  </a:lnTo>
                  <a:lnTo>
                    <a:pt x="679471" y="110213"/>
                  </a:lnTo>
                  <a:lnTo>
                    <a:pt x="668026" y="104867"/>
                  </a:lnTo>
                  <a:close/>
                </a:path>
                <a:path w="788035" h="173354">
                  <a:moveTo>
                    <a:pt x="401136" y="0"/>
                  </a:moveTo>
                  <a:lnTo>
                    <a:pt x="349510" y="5231"/>
                  </a:lnTo>
                  <a:lnTo>
                    <a:pt x="294692" y="19023"/>
                  </a:lnTo>
                  <a:lnTo>
                    <a:pt x="239397" y="38581"/>
                  </a:lnTo>
                  <a:lnTo>
                    <a:pt x="185128" y="61583"/>
                  </a:lnTo>
                  <a:lnTo>
                    <a:pt x="133981" y="85603"/>
                  </a:lnTo>
                  <a:lnTo>
                    <a:pt x="68114" y="118037"/>
                  </a:lnTo>
                  <a:lnTo>
                    <a:pt x="50387" y="126552"/>
                  </a:lnTo>
                  <a:lnTo>
                    <a:pt x="43252" y="129611"/>
                  </a:lnTo>
                  <a:lnTo>
                    <a:pt x="48797" y="137725"/>
                  </a:lnTo>
                  <a:lnTo>
                    <a:pt x="50716" y="147138"/>
                  </a:lnTo>
                  <a:lnTo>
                    <a:pt x="57891" y="144062"/>
                  </a:lnTo>
                  <a:lnTo>
                    <a:pt x="76356" y="135213"/>
                  </a:lnTo>
                  <a:lnTo>
                    <a:pt x="142362" y="102711"/>
                  </a:lnTo>
                  <a:lnTo>
                    <a:pt x="167237" y="90811"/>
                  </a:lnTo>
                  <a:lnTo>
                    <a:pt x="246831" y="56121"/>
                  </a:lnTo>
                  <a:lnTo>
                    <a:pt x="300987" y="37005"/>
                  </a:lnTo>
                  <a:lnTo>
                    <a:pt x="353597" y="23837"/>
                  </a:lnTo>
                  <a:lnTo>
                    <a:pt x="378308" y="20278"/>
                  </a:lnTo>
                  <a:lnTo>
                    <a:pt x="377899" y="20278"/>
                  </a:lnTo>
                  <a:lnTo>
                    <a:pt x="402152" y="19023"/>
                  </a:lnTo>
                  <a:lnTo>
                    <a:pt x="509581" y="19023"/>
                  </a:lnTo>
                  <a:lnTo>
                    <a:pt x="506866" y="18138"/>
                  </a:lnTo>
                  <a:lnTo>
                    <a:pt x="479599" y="10641"/>
                  </a:lnTo>
                  <a:lnTo>
                    <a:pt x="452755" y="4909"/>
                  </a:lnTo>
                  <a:lnTo>
                    <a:pt x="426522" y="1253"/>
                  </a:lnTo>
                  <a:lnTo>
                    <a:pt x="401136" y="0"/>
                  </a:lnTo>
                  <a:close/>
                </a:path>
                <a:path w="788035" h="173354">
                  <a:moveTo>
                    <a:pt x="675964" y="87548"/>
                  </a:moveTo>
                  <a:lnTo>
                    <a:pt x="668026" y="104867"/>
                  </a:lnTo>
                  <a:lnTo>
                    <a:pt x="679471" y="110213"/>
                  </a:lnTo>
                  <a:lnTo>
                    <a:pt x="687533" y="92952"/>
                  </a:lnTo>
                  <a:lnTo>
                    <a:pt x="675964" y="87548"/>
                  </a:lnTo>
                  <a:close/>
                </a:path>
                <a:path w="788035" h="173354">
                  <a:moveTo>
                    <a:pt x="682541" y="73200"/>
                  </a:moveTo>
                  <a:lnTo>
                    <a:pt x="675964" y="87548"/>
                  </a:lnTo>
                  <a:lnTo>
                    <a:pt x="687533" y="92952"/>
                  </a:lnTo>
                  <a:lnTo>
                    <a:pt x="679471" y="110213"/>
                  </a:lnTo>
                  <a:lnTo>
                    <a:pt x="733604" y="110213"/>
                  </a:lnTo>
                  <a:lnTo>
                    <a:pt x="682541" y="73200"/>
                  </a:lnTo>
                  <a:close/>
                </a:path>
                <a:path w="788035" h="173354">
                  <a:moveTo>
                    <a:pt x="509581" y="19023"/>
                  </a:moveTo>
                  <a:lnTo>
                    <a:pt x="402152" y="19023"/>
                  </a:lnTo>
                  <a:lnTo>
                    <a:pt x="425544" y="20278"/>
                  </a:lnTo>
                  <a:lnTo>
                    <a:pt x="450544" y="23837"/>
                  </a:lnTo>
                  <a:lnTo>
                    <a:pt x="450393" y="23837"/>
                  </a:lnTo>
                  <a:lnTo>
                    <a:pt x="475605" y="29268"/>
                  </a:lnTo>
                  <a:lnTo>
                    <a:pt x="501805" y="36503"/>
                  </a:lnTo>
                  <a:lnTo>
                    <a:pt x="528447" y="45212"/>
                  </a:lnTo>
                  <a:lnTo>
                    <a:pt x="555287" y="55115"/>
                  </a:lnTo>
                  <a:lnTo>
                    <a:pt x="608713" y="77435"/>
                  </a:lnTo>
                  <a:lnTo>
                    <a:pt x="668026" y="104867"/>
                  </a:lnTo>
                  <a:lnTo>
                    <a:pt x="675964" y="87548"/>
                  </a:lnTo>
                  <a:lnTo>
                    <a:pt x="616054" y="59856"/>
                  </a:lnTo>
                  <a:lnTo>
                    <a:pt x="561878" y="37241"/>
                  </a:lnTo>
                  <a:lnTo>
                    <a:pt x="534359" y="27101"/>
                  </a:lnTo>
                  <a:lnTo>
                    <a:pt x="509581" y="19023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57600" y="3657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57600" y="3657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62400" y="3657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62400" y="3657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67200" y="3657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67200" y="3657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94471" y="3629025"/>
              <a:ext cx="2311400" cy="205104"/>
            </a:xfrm>
            <a:custGeom>
              <a:avLst/>
              <a:gdLst/>
              <a:ahLst/>
              <a:cxnLst/>
              <a:rect l="l" t="t" r="r" b="b"/>
              <a:pathLst>
                <a:path w="2311400" h="205104">
                  <a:moveTo>
                    <a:pt x="21422" y="154259"/>
                  </a:moveTo>
                  <a:lnTo>
                    <a:pt x="11932" y="157676"/>
                  </a:lnTo>
                  <a:lnTo>
                    <a:pt x="4739" y="164239"/>
                  </a:lnTo>
                  <a:lnTo>
                    <a:pt x="532" y="173020"/>
                  </a:lnTo>
                  <a:lnTo>
                    <a:pt x="111" y="180975"/>
                  </a:lnTo>
                  <a:lnTo>
                    <a:pt x="0" y="183093"/>
                  </a:lnTo>
                  <a:lnTo>
                    <a:pt x="3416" y="192582"/>
                  </a:lnTo>
                  <a:lnTo>
                    <a:pt x="9979" y="199775"/>
                  </a:lnTo>
                  <a:lnTo>
                    <a:pt x="18761" y="203983"/>
                  </a:lnTo>
                  <a:lnTo>
                    <a:pt x="28834" y="204515"/>
                  </a:lnTo>
                  <a:lnTo>
                    <a:pt x="38323" y="201098"/>
                  </a:lnTo>
                  <a:lnTo>
                    <a:pt x="45516" y="194535"/>
                  </a:lnTo>
                  <a:lnTo>
                    <a:pt x="48261" y="188805"/>
                  </a:lnTo>
                  <a:lnTo>
                    <a:pt x="26553" y="188805"/>
                  </a:lnTo>
                  <a:lnTo>
                    <a:pt x="23703" y="169969"/>
                  </a:lnTo>
                  <a:lnTo>
                    <a:pt x="46933" y="166454"/>
                  </a:lnTo>
                  <a:lnTo>
                    <a:pt x="46839" y="166192"/>
                  </a:lnTo>
                  <a:lnTo>
                    <a:pt x="40276" y="158998"/>
                  </a:lnTo>
                  <a:lnTo>
                    <a:pt x="31494" y="154791"/>
                  </a:lnTo>
                  <a:lnTo>
                    <a:pt x="21422" y="154259"/>
                  </a:lnTo>
                  <a:close/>
                </a:path>
                <a:path w="2311400" h="205104">
                  <a:moveTo>
                    <a:pt x="46933" y="166454"/>
                  </a:moveTo>
                  <a:lnTo>
                    <a:pt x="23703" y="169969"/>
                  </a:lnTo>
                  <a:lnTo>
                    <a:pt x="26553" y="188805"/>
                  </a:lnTo>
                  <a:lnTo>
                    <a:pt x="49748" y="185296"/>
                  </a:lnTo>
                  <a:lnTo>
                    <a:pt x="50134" y="177986"/>
                  </a:lnTo>
                  <a:lnTo>
                    <a:pt x="50256" y="175681"/>
                  </a:lnTo>
                  <a:lnTo>
                    <a:pt x="46933" y="166454"/>
                  </a:lnTo>
                  <a:close/>
                </a:path>
                <a:path w="2311400" h="205104">
                  <a:moveTo>
                    <a:pt x="49748" y="185296"/>
                  </a:moveTo>
                  <a:lnTo>
                    <a:pt x="26553" y="188805"/>
                  </a:lnTo>
                  <a:lnTo>
                    <a:pt x="48261" y="188805"/>
                  </a:lnTo>
                  <a:lnTo>
                    <a:pt x="49723" y="185754"/>
                  </a:lnTo>
                  <a:lnTo>
                    <a:pt x="49748" y="185296"/>
                  </a:lnTo>
                  <a:close/>
                </a:path>
                <a:path w="2311400" h="205104">
                  <a:moveTo>
                    <a:pt x="1263271" y="0"/>
                  </a:moveTo>
                  <a:lnTo>
                    <a:pt x="1188486" y="1605"/>
                  </a:lnTo>
                  <a:lnTo>
                    <a:pt x="1149080" y="3535"/>
                  </a:lnTo>
                  <a:lnTo>
                    <a:pt x="1108444" y="6160"/>
                  </a:lnTo>
                  <a:lnTo>
                    <a:pt x="1024300" y="13280"/>
                  </a:lnTo>
                  <a:lnTo>
                    <a:pt x="937011" y="22595"/>
                  </a:lnTo>
                  <a:lnTo>
                    <a:pt x="847614" y="33732"/>
                  </a:lnTo>
                  <a:lnTo>
                    <a:pt x="757149" y="46318"/>
                  </a:lnTo>
                  <a:lnTo>
                    <a:pt x="577189" y="74347"/>
                  </a:lnTo>
                  <a:lnTo>
                    <a:pt x="67433" y="163352"/>
                  </a:lnTo>
                  <a:lnTo>
                    <a:pt x="46933" y="166454"/>
                  </a:lnTo>
                  <a:lnTo>
                    <a:pt x="50256" y="175681"/>
                  </a:lnTo>
                  <a:lnTo>
                    <a:pt x="49976" y="180975"/>
                  </a:lnTo>
                  <a:lnTo>
                    <a:pt x="49864" y="183093"/>
                  </a:lnTo>
                  <a:lnTo>
                    <a:pt x="49748" y="185296"/>
                  </a:lnTo>
                  <a:lnTo>
                    <a:pt x="70283" y="182189"/>
                  </a:lnTo>
                  <a:lnTo>
                    <a:pt x="580348" y="93134"/>
                  </a:lnTo>
                  <a:lnTo>
                    <a:pt x="759993" y="65154"/>
                  </a:lnTo>
                  <a:lnTo>
                    <a:pt x="850239" y="52600"/>
                  </a:lnTo>
                  <a:lnTo>
                    <a:pt x="939365" y="41499"/>
                  </a:lnTo>
                  <a:lnTo>
                    <a:pt x="1026321" y="32223"/>
                  </a:lnTo>
                  <a:lnTo>
                    <a:pt x="1110051" y="25142"/>
                  </a:lnTo>
                  <a:lnTo>
                    <a:pt x="1149539" y="22595"/>
                  </a:lnTo>
                  <a:lnTo>
                    <a:pt x="1149295" y="22595"/>
                  </a:lnTo>
                  <a:lnTo>
                    <a:pt x="1189418" y="20632"/>
                  </a:lnTo>
                  <a:lnTo>
                    <a:pt x="1227188" y="19451"/>
                  </a:lnTo>
                  <a:lnTo>
                    <a:pt x="1263483" y="19048"/>
                  </a:lnTo>
                  <a:lnTo>
                    <a:pt x="1534572" y="19048"/>
                  </a:lnTo>
                  <a:lnTo>
                    <a:pt x="1483795" y="12870"/>
                  </a:lnTo>
                  <a:lnTo>
                    <a:pt x="1409435" y="5951"/>
                  </a:lnTo>
                  <a:lnTo>
                    <a:pt x="1336764" y="1605"/>
                  </a:lnTo>
                  <a:lnTo>
                    <a:pt x="1338606" y="1605"/>
                  </a:lnTo>
                  <a:lnTo>
                    <a:pt x="1263271" y="0"/>
                  </a:lnTo>
                  <a:close/>
                </a:path>
                <a:path w="2311400" h="205104">
                  <a:moveTo>
                    <a:pt x="2184697" y="165732"/>
                  </a:moveTo>
                  <a:lnTo>
                    <a:pt x="2181706" y="180975"/>
                  </a:lnTo>
                  <a:lnTo>
                    <a:pt x="2181613" y="181449"/>
                  </a:lnTo>
                  <a:lnTo>
                    <a:pt x="2311128" y="180975"/>
                  </a:lnTo>
                  <a:lnTo>
                    <a:pt x="2280382" y="168296"/>
                  </a:lnTo>
                  <a:lnTo>
                    <a:pt x="2197027" y="168296"/>
                  </a:lnTo>
                  <a:lnTo>
                    <a:pt x="2184697" y="165732"/>
                  </a:lnTo>
                  <a:close/>
                </a:path>
                <a:path w="2311400" h="205104">
                  <a:moveTo>
                    <a:pt x="2188365" y="147038"/>
                  </a:moveTo>
                  <a:lnTo>
                    <a:pt x="2184697" y="165732"/>
                  </a:lnTo>
                  <a:lnTo>
                    <a:pt x="2197027" y="168296"/>
                  </a:lnTo>
                  <a:lnTo>
                    <a:pt x="2200904" y="149645"/>
                  </a:lnTo>
                  <a:lnTo>
                    <a:pt x="2188365" y="147038"/>
                  </a:lnTo>
                  <a:close/>
                </a:path>
                <a:path w="2311400" h="205104">
                  <a:moveTo>
                    <a:pt x="2191393" y="131601"/>
                  </a:moveTo>
                  <a:lnTo>
                    <a:pt x="2188365" y="147038"/>
                  </a:lnTo>
                  <a:lnTo>
                    <a:pt x="2200904" y="149645"/>
                  </a:lnTo>
                  <a:lnTo>
                    <a:pt x="2197070" y="168090"/>
                  </a:lnTo>
                  <a:lnTo>
                    <a:pt x="2197027" y="168296"/>
                  </a:lnTo>
                  <a:lnTo>
                    <a:pt x="2280382" y="168296"/>
                  </a:lnTo>
                  <a:lnTo>
                    <a:pt x="2191393" y="131601"/>
                  </a:lnTo>
                  <a:close/>
                </a:path>
                <a:path w="2311400" h="205104">
                  <a:moveTo>
                    <a:pt x="1534572" y="19048"/>
                  </a:moveTo>
                  <a:lnTo>
                    <a:pt x="1263483" y="19048"/>
                  </a:lnTo>
                  <a:lnTo>
                    <a:pt x="1337353" y="20632"/>
                  </a:lnTo>
                  <a:lnTo>
                    <a:pt x="1336058" y="20632"/>
                  </a:lnTo>
                  <a:lnTo>
                    <a:pt x="1408296" y="24966"/>
                  </a:lnTo>
                  <a:lnTo>
                    <a:pt x="1482029" y="31838"/>
                  </a:lnTo>
                  <a:lnTo>
                    <a:pt x="1556087" y="40858"/>
                  </a:lnTo>
                  <a:lnTo>
                    <a:pt x="1630028" y="51680"/>
                  </a:lnTo>
                  <a:lnTo>
                    <a:pt x="1703407" y="63958"/>
                  </a:lnTo>
                  <a:lnTo>
                    <a:pt x="1775781" y="77345"/>
                  </a:lnTo>
                  <a:lnTo>
                    <a:pt x="1846706" y="91494"/>
                  </a:lnTo>
                  <a:lnTo>
                    <a:pt x="1915745" y="106056"/>
                  </a:lnTo>
                  <a:lnTo>
                    <a:pt x="2164250" y="161480"/>
                  </a:lnTo>
                  <a:lnTo>
                    <a:pt x="2184697" y="165732"/>
                  </a:lnTo>
                  <a:lnTo>
                    <a:pt x="2188365" y="147038"/>
                  </a:lnTo>
                  <a:lnTo>
                    <a:pt x="2168397" y="142887"/>
                  </a:lnTo>
                  <a:lnTo>
                    <a:pt x="1919677" y="87415"/>
                  </a:lnTo>
                  <a:lnTo>
                    <a:pt x="1850433" y="72811"/>
                  </a:lnTo>
                  <a:lnTo>
                    <a:pt x="1779244" y="58613"/>
                  </a:lnTo>
                  <a:lnTo>
                    <a:pt x="1706551" y="45170"/>
                  </a:lnTo>
                  <a:lnTo>
                    <a:pt x="1632786" y="32830"/>
                  </a:lnTo>
                  <a:lnTo>
                    <a:pt x="1558390" y="21946"/>
                  </a:lnTo>
                  <a:lnTo>
                    <a:pt x="1534572" y="19048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705600" y="3657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05600" y="3657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10400" y="3657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10400" y="3657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15200" y="3657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15200" y="3657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048000" y="3786454"/>
              <a:ext cx="3834129" cy="195580"/>
            </a:xfrm>
            <a:custGeom>
              <a:avLst/>
              <a:gdLst/>
              <a:ahLst/>
              <a:cxnLst/>
              <a:rect l="l" t="t" r="r" b="b"/>
              <a:pathLst>
                <a:path w="3834129" h="195579">
                  <a:moveTo>
                    <a:pt x="787387" y="39446"/>
                  </a:moveTo>
                  <a:lnTo>
                    <a:pt x="761974" y="14020"/>
                  </a:lnTo>
                  <a:lnTo>
                    <a:pt x="752094" y="16040"/>
                  </a:lnTo>
                  <a:lnTo>
                    <a:pt x="743762" y="21729"/>
                  </a:lnTo>
                  <a:lnTo>
                    <a:pt x="738454" y="29883"/>
                  </a:lnTo>
                  <a:lnTo>
                    <a:pt x="736587" y="39446"/>
                  </a:lnTo>
                  <a:lnTo>
                    <a:pt x="736676" y="39916"/>
                  </a:lnTo>
                  <a:lnTo>
                    <a:pt x="729513" y="42989"/>
                  </a:lnTo>
                  <a:lnTo>
                    <a:pt x="711047" y="51841"/>
                  </a:lnTo>
                  <a:lnTo>
                    <a:pt x="645033" y="84340"/>
                  </a:lnTo>
                  <a:lnTo>
                    <a:pt x="620166" y="96240"/>
                  </a:lnTo>
                  <a:lnTo>
                    <a:pt x="540575" y="130924"/>
                  </a:lnTo>
                  <a:lnTo>
                    <a:pt x="486410" y="150050"/>
                  </a:lnTo>
                  <a:lnTo>
                    <a:pt x="433514" y="163271"/>
                  </a:lnTo>
                  <a:lnTo>
                    <a:pt x="433362" y="163271"/>
                  </a:lnTo>
                  <a:lnTo>
                    <a:pt x="408863" y="166801"/>
                  </a:lnTo>
                  <a:lnTo>
                    <a:pt x="385241" y="168033"/>
                  </a:lnTo>
                  <a:lnTo>
                    <a:pt x="362496" y="166801"/>
                  </a:lnTo>
                  <a:lnTo>
                    <a:pt x="362102" y="166801"/>
                  </a:lnTo>
                  <a:lnTo>
                    <a:pt x="311797" y="157784"/>
                  </a:lnTo>
                  <a:lnTo>
                    <a:pt x="258953" y="141833"/>
                  </a:lnTo>
                  <a:lnTo>
                    <a:pt x="178689" y="109613"/>
                  </a:lnTo>
                  <a:lnTo>
                    <a:pt x="119367" y="82181"/>
                  </a:lnTo>
                  <a:lnTo>
                    <a:pt x="121818" y="76835"/>
                  </a:lnTo>
                  <a:lnTo>
                    <a:pt x="126022" y="67665"/>
                  </a:lnTo>
                  <a:lnTo>
                    <a:pt x="0" y="37833"/>
                  </a:lnTo>
                  <a:lnTo>
                    <a:pt x="104863" y="113855"/>
                  </a:lnTo>
                  <a:lnTo>
                    <a:pt x="111429" y="99504"/>
                  </a:lnTo>
                  <a:lnTo>
                    <a:pt x="171348" y="127190"/>
                  </a:lnTo>
                  <a:lnTo>
                    <a:pt x="225526" y="149809"/>
                  </a:lnTo>
                  <a:lnTo>
                    <a:pt x="280530" y="168910"/>
                  </a:lnTo>
                  <a:lnTo>
                    <a:pt x="334645" y="182143"/>
                  </a:lnTo>
                  <a:lnTo>
                    <a:pt x="386270" y="187045"/>
                  </a:lnTo>
                  <a:lnTo>
                    <a:pt x="411594" y="185661"/>
                  </a:lnTo>
                  <a:lnTo>
                    <a:pt x="464908" y="175869"/>
                  </a:lnTo>
                  <a:lnTo>
                    <a:pt x="520166" y="158902"/>
                  </a:lnTo>
                  <a:lnTo>
                    <a:pt x="602272" y="125463"/>
                  </a:lnTo>
                  <a:lnTo>
                    <a:pt x="653415" y="101447"/>
                  </a:lnTo>
                  <a:lnTo>
                    <a:pt x="719289" y="69011"/>
                  </a:lnTo>
                  <a:lnTo>
                    <a:pt x="737019" y="60502"/>
                  </a:lnTo>
                  <a:lnTo>
                    <a:pt x="744143" y="57442"/>
                  </a:lnTo>
                  <a:lnTo>
                    <a:pt x="744296" y="57658"/>
                  </a:lnTo>
                  <a:lnTo>
                    <a:pt x="752449" y="62966"/>
                  </a:lnTo>
                  <a:lnTo>
                    <a:pt x="787298" y="39916"/>
                  </a:lnTo>
                  <a:lnTo>
                    <a:pt x="787387" y="39446"/>
                  </a:lnTo>
                  <a:close/>
                </a:path>
                <a:path w="3834129" h="195579">
                  <a:moveTo>
                    <a:pt x="3833545" y="21539"/>
                  </a:moveTo>
                  <a:lnTo>
                    <a:pt x="3831475" y="15709"/>
                  </a:lnTo>
                  <a:lnTo>
                    <a:pt x="3830180" y="12039"/>
                  </a:lnTo>
                  <a:lnTo>
                    <a:pt x="3823639" y="4813"/>
                  </a:lnTo>
                  <a:lnTo>
                    <a:pt x="3814876" y="571"/>
                  </a:lnTo>
                  <a:lnTo>
                    <a:pt x="3809784" y="292"/>
                  </a:lnTo>
                  <a:lnTo>
                    <a:pt x="3809784" y="34569"/>
                  </a:lnTo>
                  <a:lnTo>
                    <a:pt x="3807028" y="15709"/>
                  </a:lnTo>
                  <a:lnTo>
                    <a:pt x="3809758" y="34328"/>
                  </a:lnTo>
                  <a:lnTo>
                    <a:pt x="3809784" y="34569"/>
                  </a:lnTo>
                  <a:lnTo>
                    <a:pt x="3809784" y="292"/>
                  </a:lnTo>
                  <a:lnTo>
                    <a:pt x="3783812" y="19113"/>
                  </a:lnTo>
                  <a:lnTo>
                    <a:pt x="3764419" y="21958"/>
                  </a:lnTo>
                  <a:lnTo>
                    <a:pt x="3739578" y="25933"/>
                  </a:lnTo>
                  <a:lnTo>
                    <a:pt x="3270097" y="106032"/>
                  </a:lnTo>
                  <a:lnTo>
                    <a:pt x="3095460" y="132435"/>
                  </a:lnTo>
                  <a:lnTo>
                    <a:pt x="3007461" y="144284"/>
                  </a:lnTo>
                  <a:lnTo>
                    <a:pt x="2920327" y="154762"/>
                  </a:lnTo>
                  <a:lnTo>
                    <a:pt x="2835033" y="163512"/>
                  </a:lnTo>
                  <a:lnTo>
                    <a:pt x="2752585" y="170205"/>
                  </a:lnTo>
                  <a:lnTo>
                    <a:pt x="2712783" y="172656"/>
                  </a:lnTo>
                  <a:lnTo>
                    <a:pt x="2673083" y="174498"/>
                  </a:lnTo>
                  <a:lnTo>
                    <a:pt x="2672562" y="174498"/>
                  </a:lnTo>
                  <a:lnTo>
                    <a:pt x="2636456" y="175577"/>
                  </a:lnTo>
                  <a:lnTo>
                    <a:pt x="2528074" y="174498"/>
                  </a:lnTo>
                  <a:lnTo>
                    <a:pt x="2454325" y="170370"/>
                  </a:lnTo>
                  <a:lnTo>
                    <a:pt x="2379370" y="163906"/>
                  </a:lnTo>
                  <a:lnTo>
                    <a:pt x="2303703" y="155397"/>
                  </a:lnTo>
                  <a:lnTo>
                    <a:pt x="2227846" y="145199"/>
                  </a:lnTo>
                  <a:lnTo>
                    <a:pt x="2152294" y="133616"/>
                  </a:lnTo>
                  <a:lnTo>
                    <a:pt x="2077554" y="120992"/>
                  </a:lnTo>
                  <a:lnTo>
                    <a:pt x="2004136" y="107645"/>
                  </a:lnTo>
                  <a:lnTo>
                    <a:pt x="1649069" y="36703"/>
                  </a:lnTo>
                  <a:lnTo>
                    <a:pt x="1649450" y="34569"/>
                  </a:lnTo>
                  <a:lnTo>
                    <a:pt x="1649501" y="34328"/>
                  </a:lnTo>
                  <a:lnTo>
                    <a:pt x="1651711" y="21958"/>
                  </a:lnTo>
                  <a:lnTo>
                    <a:pt x="1651787" y="21539"/>
                  </a:lnTo>
                  <a:lnTo>
                    <a:pt x="1651901" y="20916"/>
                  </a:lnTo>
                  <a:lnTo>
                    <a:pt x="1522412" y="23545"/>
                  </a:lnTo>
                  <a:lnTo>
                    <a:pt x="1642948" y="70929"/>
                  </a:lnTo>
                  <a:lnTo>
                    <a:pt x="1645716" y="55460"/>
                  </a:lnTo>
                  <a:lnTo>
                    <a:pt x="2000719" y="126390"/>
                  </a:lnTo>
                  <a:lnTo>
                    <a:pt x="2074379" y="139776"/>
                  </a:lnTo>
                  <a:lnTo>
                    <a:pt x="2149411" y="152450"/>
                  </a:lnTo>
                  <a:lnTo>
                    <a:pt x="2225306" y="164071"/>
                  </a:lnTo>
                  <a:lnTo>
                    <a:pt x="2301570" y="174332"/>
                  </a:lnTo>
                  <a:lnTo>
                    <a:pt x="2377732" y="182880"/>
                  </a:lnTo>
                  <a:lnTo>
                    <a:pt x="2453259" y="189395"/>
                  </a:lnTo>
                  <a:lnTo>
                    <a:pt x="2527693" y="193548"/>
                  </a:lnTo>
                  <a:lnTo>
                    <a:pt x="2600414" y="194995"/>
                  </a:lnTo>
                  <a:lnTo>
                    <a:pt x="2637015" y="194614"/>
                  </a:lnTo>
                  <a:lnTo>
                    <a:pt x="2672854" y="193548"/>
                  </a:lnTo>
                  <a:lnTo>
                    <a:pt x="2673591" y="193548"/>
                  </a:lnTo>
                  <a:lnTo>
                    <a:pt x="2713952" y="191668"/>
                  </a:lnTo>
                  <a:lnTo>
                    <a:pt x="2754122" y="189191"/>
                  </a:lnTo>
                  <a:lnTo>
                    <a:pt x="2836989" y="182473"/>
                  </a:lnTo>
                  <a:lnTo>
                    <a:pt x="2900438" y="175945"/>
                  </a:lnTo>
                  <a:lnTo>
                    <a:pt x="2922600" y="173672"/>
                  </a:lnTo>
                  <a:lnTo>
                    <a:pt x="3010001" y="163169"/>
                  </a:lnTo>
                  <a:lnTo>
                    <a:pt x="3098215" y="151282"/>
                  </a:lnTo>
                  <a:lnTo>
                    <a:pt x="3273171" y="124828"/>
                  </a:lnTo>
                  <a:lnTo>
                    <a:pt x="3742575" y="44742"/>
                  </a:lnTo>
                  <a:lnTo>
                    <a:pt x="3767188" y="40805"/>
                  </a:lnTo>
                  <a:lnTo>
                    <a:pt x="3786543" y="37973"/>
                  </a:lnTo>
                  <a:lnTo>
                    <a:pt x="3786644" y="38239"/>
                  </a:lnTo>
                  <a:lnTo>
                    <a:pt x="3793172" y="45466"/>
                  </a:lnTo>
                  <a:lnTo>
                    <a:pt x="3801935" y="49707"/>
                  </a:lnTo>
                  <a:lnTo>
                    <a:pt x="3812006" y="50279"/>
                  </a:lnTo>
                  <a:lnTo>
                    <a:pt x="3821506" y="46901"/>
                  </a:lnTo>
                  <a:lnTo>
                    <a:pt x="3828732" y="40373"/>
                  </a:lnTo>
                  <a:lnTo>
                    <a:pt x="3832974" y="31610"/>
                  </a:lnTo>
                  <a:lnTo>
                    <a:pt x="3833431" y="23545"/>
                  </a:lnTo>
                  <a:lnTo>
                    <a:pt x="3833545" y="21539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20124" y="3784803"/>
              <a:ext cx="4709795" cy="482600"/>
            </a:xfrm>
            <a:custGeom>
              <a:avLst/>
              <a:gdLst/>
              <a:ahLst/>
              <a:cxnLst/>
              <a:rect l="l" t="t" r="r" b="b"/>
              <a:pathLst>
                <a:path w="4709795" h="482600">
                  <a:moveTo>
                    <a:pt x="146875" y="482396"/>
                  </a:moveTo>
                  <a:lnTo>
                    <a:pt x="105054" y="397294"/>
                  </a:lnTo>
                  <a:lnTo>
                    <a:pt x="89763" y="366153"/>
                  </a:lnTo>
                  <a:lnTo>
                    <a:pt x="77406" y="375627"/>
                  </a:lnTo>
                  <a:lnTo>
                    <a:pt x="43268" y="324294"/>
                  </a:lnTo>
                  <a:lnTo>
                    <a:pt x="24498" y="281762"/>
                  </a:lnTo>
                  <a:lnTo>
                    <a:pt x="19024" y="239395"/>
                  </a:lnTo>
                  <a:lnTo>
                    <a:pt x="19900" y="223342"/>
                  </a:lnTo>
                  <a:lnTo>
                    <a:pt x="28562" y="171919"/>
                  </a:lnTo>
                  <a:lnTo>
                    <a:pt x="48006" y="103276"/>
                  </a:lnTo>
                  <a:lnTo>
                    <a:pt x="57988" y="72821"/>
                  </a:lnTo>
                  <a:lnTo>
                    <a:pt x="62534" y="58991"/>
                  </a:lnTo>
                  <a:lnTo>
                    <a:pt x="65024" y="50406"/>
                  </a:lnTo>
                  <a:lnTo>
                    <a:pt x="65570" y="50406"/>
                  </a:lnTo>
                  <a:lnTo>
                    <a:pt x="74815" y="47358"/>
                  </a:lnTo>
                  <a:lnTo>
                    <a:pt x="82245" y="41071"/>
                  </a:lnTo>
                  <a:lnTo>
                    <a:pt x="86855" y="32092"/>
                  </a:lnTo>
                  <a:lnTo>
                    <a:pt x="87566" y="22555"/>
                  </a:lnTo>
                  <a:lnTo>
                    <a:pt x="87604" y="22034"/>
                  </a:lnTo>
                  <a:lnTo>
                    <a:pt x="84556" y="12788"/>
                  </a:lnTo>
                  <a:lnTo>
                    <a:pt x="78270" y="5359"/>
                  </a:lnTo>
                  <a:lnTo>
                    <a:pt x="69291" y="749"/>
                  </a:lnTo>
                  <a:lnTo>
                    <a:pt x="59232" y="0"/>
                  </a:lnTo>
                  <a:lnTo>
                    <a:pt x="49987" y="3048"/>
                  </a:lnTo>
                  <a:lnTo>
                    <a:pt x="42557" y="9334"/>
                  </a:lnTo>
                  <a:lnTo>
                    <a:pt x="37960" y="18313"/>
                  </a:lnTo>
                  <a:lnTo>
                    <a:pt x="37236" y="27851"/>
                  </a:lnTo>
                  <a:lnTo>
                    <a:pt x="37198" y="28371"/>
                  </a:lnTo>
                  <a:lnTo>
                    <a:pt x="40246" y="37617"/>
                  </a:lnTo>
                  <a:lnTo>
                    <a:pt x="46609" y="45135"/>
                  </a:lnTo>
                  <a:lnTo>
                    <a:pt x="47840" y="41224"/>
                  </a:lnTo>
                  <a:lnTo>
                    <a:pt x="46710" y="45135"/>
                  </a:lnTo>
                  <a:lnTo>
                    <a:pt x="44234" y="53695"/>
                  </a:lnTo>
                  <a:lnTo>
                    <a:pt x="35026" y="81584"/>
                  </a:lnTo>
                  <a:lnTo>
                    <a:pt x="29883" y="97383"/>
                  </a:lnTo>
                  <a:lnTo>
                    <a:pt x="10134" y="167093"/>
                  </a:lnTo>
                  <a:lnTo>
                    <a:pt x="990" y="221081"/>
                  </a:lnTo>
                  <a:lnTo>
                    <a:pt x="0" y="238328"/>
                  </a:lnTo>
                  <a:lnTo>
                    <a:pt x="342" y="254495"/>
                  </a:lnTo>
                  <a:lnTo>
                    <a:pt x="11430" y="301904"/>
                  </a:lnTo>
                  <a:lnTo>
                    <a:pt x="45135" y="363613"/>
                  </a:lnTo>
                  <a:lnTo>
                    <a:pt x="62293" y="387210"/>
                  </a:lnTo>
                  <a:lnTo>
                    <a:pt x="49441" y="397065"/>
                  </a:lnTo>
                  <a:lnTo>
                    <a:pt x="146875" y="482396"/>
                  </a:lnTo>
                  <a:close/>
                </a:path>
                <a:path w="4709795" h="482600">
                  <a:moveTo>
                    <a:pt x="1667700" y="482396"/>
                  </a:moveTo>
                  <a:lnTo>
                    <a:pt x="1625879" y="397294"/>
                  </a:lnTo>
                  <a:lnTo>
                    <a:pt x="1610588" y="366153"/>
                  </a:lnTo>
                  <a:lnTo>
                    <a:pt x="1598231" y="375627"/>
                  </a:lnTo>
                  <a:lnTo>
                    <a:pt x="1564093" y="324294"/>
                  </a:lnTo>
                  <a:lnTo>
                    <a:pt x="1545323" y="281762"/>
                  </a:lnTo>
                  <a:lnTo>
                    <a:pt x="1539849" y="239395"/>
                  </a:lnTo>
                  <a:lnTo>
                    <a:pt x="1540725" y="223342"/>
                  </a:lnTo>
                  <a:lnTo>
                    <a:pt x="1549387" y="171919"/>
                  </a:lnTo>
                  <a:lnTo>
                    <a:pt x="1568831" y="103276"/>
                  </a:lnTo>
                  <a:lnTo>
                    <a:pt x="1578813" y="72821"/>
                  </a:lnTo>
                  <a:lnTo>
                    <a:pt x="1583359" y="58991"/>
                  </a:lnTo>
                  <a:lnTo>
                    <a:pt x="1585836" y="50406"/>
                  </a:lnTo>
                  <a:lnTo>
                    <a:pt x="1586395" y="50406"/>
                  </a:lnTo>
                  <a:lnTo>
                    <a:pt x="1595640" y="47358"/>
                  </a:lnTo>
                  <a:lnTo>
                    <a:pt x="1603070" y="41071"/>
                  </a:lnTo>
                  <a:lnTo>
                    <a:pt x="1607680" y="32092"/>
                  </a:lnTo>
                  <a:lnTo>
                    <a:pt x="1608391" y="22555"/>
                  </a:lnTo>
                  <a:lnTo>
                    <a:pt x="1608429" y="22034"/>
                  </a:lnTo>
                  <a:lnTo>
                    <a:pt x="1605381" y="12788"/>
                  </a:lnTo>
                  <a:lnTo>
                    <a:pt x="1599095" y="5359"/>
                  </a:lnTo>
                  <a:lnTo>
                    <a:pt x="1590116" y="749"/>
                  </a:lnTo>
                  <a:lnTo>
                    <a:pt x="1580057" y="0"/>
                  </a:lnTo>
                  <a:lnTo>
                    <a:pt x="1570812" y="3048"/>
                  </a:lnTo>
                  <a:lnTo>
                    <a:pt x="1563382" y="9334"/>
                  </a:lnTo>
                  <a:lnTo>
                    <a:pt x="1558785" y="18313"/>
                  </a:lnTo>
                  <a:lnTo>
                    <a:pt x="1558061" y="27851"/>
                  </a:lnTo>
                  <a:lnTo>
                    <a:pt x="1558023" y="28371"/>
                  </a:lnTo>
                  <a:lnTo>
                    <a:pt x="1561071" y="37617"/>
                  </a:lnTo>
                  <a:lnTo>
                    <a:pt x="1567434" y="45135"/>
                  </a:lnTo>
                  <a:lnTo>
                    <a:pt x="1568665" y="41224"/>
                  </a:lnTo>
                  <a:lnTo>
                    <a:pt x="1567535" y="45135"/>
                  </a:lnTo>
                  <a:lnTo>
                    <a:pt x="1565059" y="53695"/>
                  </a:lnTo>
                  <a:lnTo>
                    <a:pt x="1555851" y="81584"/>
                  </a:lnTo>
                  <a:lnTo>
                    <a:pt x="1550708" y="97383"/>
                  </a:lnTo>
                  <a:lnTo>
                    <a:pt x="1530959" y="167093"/>
                  </a:lnTo>
                  <a:lnTo>
                    <a:pt x="1521815" y="221081"/>
                  </a:lnTo>
                  <a:lnTo>
                    <a:pt x="1520825" y="238328"/>
                  </a:lnTo>
                  <a:lnTo>
                    <a:pt x="1521167" y="254495"/>
                  </a:lnTo>
                  <a:lnTo>
                    <a:pt x="1532255" y="301904"/>
                  </a:lnTo>
                  <a:lnTo>
                    <a:pt x="1565960" y="363613"/>
                  </a:lnTo>
                  <a:lnTo>
                    <a:pt x="1583118" y="387210"/>
                  </a:lnTo>
                  <a:lnTo>
                    <a:pt x="1570266" y="397065"/>
                  </a:lnTo>
                  <a:lnTo>
                    <a:pt x="1667700" y="482396"/>
                  </a:lnTo>
                  <a:close/>
                </a:path>
                <a:path w="4709795" h="482600">
                  <a:moveTo>
                    <a:pt x="4709350" y="482396"/>
                  </a:moveTo>
                  <a:lnTo>
                    <a:pt x="4667529" y="397294"/>
                  </a:lnTo>
                  <a:lnTo>
                    <a:pt x="4652238" y="366153"/>
                  </a:lnTo>
                  <a:lnTo>
                    <a:pt x="4639881" y="375627"/>
                  </a:lnTo>
                  <a:lnTo>
                    <a:pt x="4605744" y="324294"/>
                  </a:lnTo>
                  <a:lnTo>
                    <a:pt x="4586973" y="281762"/>
                  </a:lnTo>
                  <a:lnTo>
                    <a:pt x="4581499" y="239395"/>
                  </a:lnTo>
                  <a:lnTo>
                    <a:pt x="4582376" y="223342"/>
                  </a:lnTo>
                  <a:lnTo>
                    <a:pt x="4591037" y="171919"/>
                  </a:lnTo>
                  <a:lnTo>
                    <a:pt x="4610481" y="103276"/>
                  </a:lnTo>
                  <a:lnTo>
                    <a:pt x="4620463" y="72821"/>
                  </a:lnTo>
                  <a:lnTo>
                    <a:pt x="4625010" y="58991"/>
                  </a:lnTo>
                  <a:lnTo>
                    <a:pt x="4627499" y="50406"/>
                  </a:lnTo>
                  <a:lnTo>
                    <a:pt x="4628045" y="50406"/>
                  </a:lnTo>
                  <a:lnTo>
                    <a:pt x="4637290" y="47358"/>
                  </a:lnTo>
                  <a:lnTo>
                    <a:pt x="4644720" y="41071"/>
                  </a:lnTo>
                  <a:lnTo>
                    <a:pt x="4649330" y="32092"/>
                  </a:lnTo>
                  <a:lnTo>
                    <a:pt x="4650041" y="22555"/>
                  </a:lnTo>
                  <a:lnTo>
                    <a:pt x="4650079" y="22034"/>
                  </a:lnTo>
                  <a:lnTo>
                    <a:pt x="4647031" y="12788"/>
                  </a:lnTo>
                  <a:lnTo>
                    <a:pt x="4640745" y="5359"/>
                  </a:lnTo>
                  <a:lnTo>
                    <a:pt x="4631766" y="749"/>
                  </a:lnTo>
                  <a:lnTo>
                    <a:pt x="4621708" y="0"/>
                  </a:lnTo>
                  <a:lnTo>
                    <a:pt x="4612462" y="3048"/>
                  </a:lnTo>
                  <a:lnTo>
                    <a:pt x="4605032" y="9334"/>
                  </a:lnTo>
                  <a:lnTo>
                    <a:pt x="4600435" y="18313"/>
                  </a:lnTo>
                  <a:lnTo>
                    <a:pt x="4599711" y="27851"/>
                  </a:lnTo>
                  <a:lnTo>
                    <a:pt x="4599673" y="28371"/>
                  </a:lnTo>
                  <a:lnTo>
                    <a:pt x="4602721" y="37617"/>
                  </a:lnTo>
                  <a:lnTo>
                    <a:pt x="4609084" y="45135"/>
                  </a:lnTo>
                  <a:lnTo>
                    <a:pt x="4610316" y="41224"/>
                  </a:lnTo>
                  <a:lnTo>
                    <a:pt x="4609185" y="45135"/>
                  </a:lnTo>
                  <a:lnTo>
                    <a:pt x="4606709" y="53695"/>
                  </a:lnTo>
                  <a:lnTo>
                    <a:pt x="4597501" y="81584"/>
                  </a:lnTo>
                  <a:lnTo>
                    <a:pt x="4592358" y="97383"/>
                  </a:lnTo>
                  <a:lnTo>
                    <a:pt x="4572609" y="167093"/>
                  </a:lnTo>
                  <a:lnTo>
                    <a:pt x="4563465" y="221081"/>
                  </a:lnTo>
                  <a:lnTo>
                    <a:pt x="4562475" y="238328"/>
                  </a:lnTo>
                  <a:lnTo>
                    <a:pt x="4562818" y="254495"/>
                  </a:lnTo>
                  <a:lnTo>
                    <a:pt x="4573905" y="301904"/>
                  </a:lnTo>
                  <a:lnTo>
                    <a:pt x="4607611" y="363613"/>
                  </a:lnTo>
                  <a:lnTo>
                    <a:pt x="4624768" y="387210"/>
                  </a:lnTo>
                  <a:lnTo>
                    <a:pt x="4611916" y="397065"/>
                  </a:lnTo>
                  <a:lnTo>
                    <a:pt x="4709350" y="482396"/>
                  </a:lnTo>
                  <a:close/>
                </a:path>
              </a:pathLst>
            </a:custGeom>
            <a:solidFill>
              <a:srgbClr val="BE2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229600" y="3657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229600" y="3657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19200" y="3657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219200" y="3657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46187" y="3648100"/>
              <a:ext cx="7061200" cy="311150"/>
            </a:xfrm>
            <a:custGeom>
              <a:avLst/>
              <a:gdLst/>
              <a:ahLst/>
              <a:cxnLst/>
              <a:rect l="l" t="t" r="r" b="b"/>
              <a:pathLst>
                <a:path w="7061200" h="311150">
                  <a:moveTo>
                    <a:pt x="787412" y="149199"/>
                  </a:moveTo>
                  <a:lnTo>
                    <a:pt x="733602" y="110210"/>
                  </a:lnTo>
                  <a:lnTo>
                    <a:pt x="682536" y="73190"/>
                  </a:lnTo>
                  <a:lnTo>
                    <a:pt x="675970" y="87541"/>
                  </a:lnTo>
                  <a:lnTo>
                    <a:pt x="616051" y="59855"/>
                  </a:lnTo>
                  <a:lnTo>
                    <a:pt x="561873" y="37236"/>
                  </a:lnTo>
                  <a:lnTo>
                    <a:pt x="509574" y="19011"/>
                  </a:lnTo>
                  <a:lnTo>
                    <a:pt x="452755" y="4902"/>
                  </a:lnTo>
                  <a:lnTo>
                    <a:pt x="401142" y="0"/>
                  </a:lnTo>
                  <a:lnTo>
                    <a:pt x="375805" y="1384"/>
                  </a:lnTo>
                  <a:lnTo>
                    <a:pt x="322491" y="11176"/>
                  </a:lnTo>
                  <a:lnTo>
                    <a:pt x="267233" y="28143"/>
                  </a:lnTo>
                  <a:lnTo>
                    <a:pt x="185127" y="61582"/>
                  </a:lnTo>
                  <a:lnTo>
                    <a:pt x="133985" y="85598"/>
                  </a:lnTo>
                  <a:lnTo>
                    <a:pt x="68110" y="118033"/>
                  </a:lnTo>
                  <a:lnTo>
                    <a:pt x="50393" y="126542"/>
                  </a:lnTo>
                  <a:lnTo>
                    <a:pt x="43256" y="129603"/>
                  </a:lnTo>
                  <a:lnTo>
                    <a:pt x="43103" y="129387"/>
                  </a:lnTo>
                  <a:lnTo>
                    <a:pt x="34950" y="124079"/>
                  </a:lnTo>
                  <a:lnTo>
                    <a:pt x="101" y="147129"/>
                  </a:lnTo>
                  <a:lnTo>
                    <a:pt x="0" y="147637"/>
                  </a:lnTo>
                  <a:lnTo>
                    <a:pt x="25425" y="173024"/>
                  </a:lnTo>
                  <a:lnTo>
                    <a:pt x="35306" y="171005"/>
                  </a:lnTo>
                  <a:lnTo>
                    <a:pt x="43637" y="165315"/>
                  </a:lnTo>
                  <a:lnTo>
                    <a:pt x="48945" y="157162"/>
                  </a:lnTo>
                  <a:lnTo>
                    <a:pt x="49098" y="156375"/>
                  </a:lnTo>
                  <a:lnTo>
                    <a:pt x="50812" y="147637"/>
                  </a:lnTo>
                  <a:lnTo>
                    <a:pt x="50711" y="147129"/>
                  </a:lnTo>
                  <a:lnTo>
                    <a:pt x="57886" y="144056"/>
                  </a:lnTo>
                  <a:lnTo>
                    <a:pt x="76352" y="135204"/>
                  </a:lnTo>
                  <a:lnTo>
                    <a:pt x="142367" y="102704"/>
                  </a:lnTo>
                  <a:lnTo>
                    <a:pt x="193103" y="78879"/>
                  </a:lnTo>
                  <a:lnTo>
                    <a:pt x="246837" y="56108"/>
                  </a:lnTo>
                  <a:lnTo>
                    <a:pt x="300990" y="36995"/>
                  </a:lnTo>
                  <a:lnTo>
                    <a:pt x="353593" y="23825"/>
                  </a:lnTo>
                  <a:lnTo>
                    <a:pt x="378294" y="20269"/>
                  </a:lnTo>
                  <a:lnTo>
                    <a:pt x="377875" y="20269"/>
                  </a:lnTo>
                  <a:lnTo>
                    <a:pt x="402158" y="19011"/>
                  </a:lnTo>
                  <a:lnTo>
                    <a:pt x="425538" y="20269"/>
                  </a:lnTo>
                  <a:lnTo>
                    <a:pt x="450545" y="23825"/>
                  </a:lnTo>
                  <a:lnTo>
                    <a:pt x="450392" y="23825"/>
                  </a:lnTo>
                  <a:lnTo>
                    <a:pt x="475602" y="29260"/>
                  </a:lnTo>
                  <a:lnTo>
                    <a:pt x="528447" y="45212"/>
                  </a:lnTo>
                  <a:lnTo>
                    <a:pt x="608711" y="77431"/>
                  </a:lnTo>
                  <a:lnTo>
                    <a:pt x="668032" y="104863"/>
                  </a:lnTo>
                  <a:lnTo>
                    <a:pt x="661377" y="119380"/>
                  </a:lnTo>
                  <a:lnTo>
                    <a:pt x="787412" y="149199"/>
                  </a:lnTo>
                  <a:close/>
                </a:path>
                <a:path w="7061200" h="311150">
                  <a:moveTo>
                    <a:pt x="965200" y="163512"/>
                  </a:moveTo>
                  <a:lnTo>
                    <a:pt x="939787" y="138087"/>
                  </a:lnTo>
                  <a:lnTo>
                    <a:pt x="929906" y="140106"/>
                  </a:lnTo>
                  <a:lnTo>
                    <a:pt x="921575" y="145796"/>
                  </a:lnTo>
                  <a:lnTo>
                    <a:pt x="916266" y="153949"/>
                  </a:lnTo>
                  <a:lnTo>
                    <a:pt x="914400" y="163512"/>
                  </a:lnTo>
                  <a:lnTo>
                    <a:pt x="914501" y="163982"/>
                  </a:lnTo>
                  <a:lnTo>
                    <a:pt x="907326" y="167055"/>
                  </a:lnTo>
                  <a:lnTo>
                    <a:pt x="888860" y="175907"/>
                  </a:lnTo>
                  <a:lnTo>
                    <a:pt x="822845" y="208407"/>
                  </a:lnTo>
                  <a:lnTo>
                    <a:pt x="797979" y="220306"/>
                  </a:lnTo>
                  <a:lnTo>
                    <a:pt x="718388" y="254990"/>
                  </a:lnTo>
                  <a:lnTo>
                    <a:pt x="664222" y="274116"/>
                  </a:lnTo>
                  <a:lnTo>
                    <a:pt x="611327" y="287337"/>
                  </a:lnTo>
                  <a:lnTo>
                    <a:pt x="611174" y="287337"/>
                  </a:lnTo>
                  <a:lnTo>
                    <a:pt x="586676" y="290868"/>
                  </a:lnTo>
                  <a:lnTo>
                    <a:pt x="563054" y="292100"/>
                  </a:lnTo>
                  <a:lnTo>
                    <a:pt x="540308" y="290868"/>
                  </a:lnTo>
                  <a:lnTo>
                    <a:pt x="539915" y="290868"/>
                  </a:lnTo>
                  <a:lnTo>
                    <a:pt x="489610" y="281851"/>
                  </a:lnTo>
                  <a:lnTo>
                    <a:pt x="436765" y="265899"/>
                  </a:lnTo>
                  <a:lnTo>
                    <a:pt x="356501" y="233680"/>
                  </a:lnTo>
                  <a:lnTo>
                    <a:pt x="297180" y="206248"/>
                  </a:lnTo>
                  <a:lnTo>
                    <a:pt x="299631" y="200901"/>
                  </a:lnTo>
                  <a:lnTo>
                    <a:pt x="303834" y="191731"/>
                  </a:lnTo>
                  <a:lnTo>
                    <a:pt x="177812" y="161899"/>
                  </a:lnTo>
                  <a:lnTo>
                    <a:pt x="282676" y="237921"/>
                  </a:lnTo>
                  <a:lnTo>
                    <a:pt x="289242" y="223570"/>
                  </a:lnTo>
                  <a:lnTo>
                    <a:pt x="349161" y="251256"/>
                  </a:lnTo>
                  <a:lnTo>
                    <a:pt x="403339" y="273875"/>
                  </a:lnTo>
                  <a:lnTo>
                    <a:pt x="458343" y="292976"/>
                  </a:lnTo>
                  <a:lnTo>
                    <a:pt x="512457" y="306209"/>
                  </a:lnTo>
                  <a:lnTo>
                    <a:pt x="564083" y="311111"/>
                  </a:lnTo>
                  <a:lnTo>
                    <a:pt x="589407" y="309727"/>
                  </a:lnTo>
                  <a:lnTo>
                    <a:pt x="642721" y="299935"/>
                  </a:lnTo>
                  <a:lnTo>
                    <a:pt x="697979" y="282968"/>
                  </a:lnTo>
                  <a:lnTo>
                    <a:pt x="780084" y="249529"/>
                  </a:lnTo>
                  <a:lnTo>
                    <a:pt x="831227" y="225513"/>
                  </a:lnTo>
                  <a:lnTo>
                    <a:pt x="897102" y="193078"/>
                  </a:lnTo>
                  <a:lnTo>
                    <a:pt x="914831" y="184569"/>
                  </a:lnTo>
                  <a:lnTo>
                    <a:pt x="921956" y="181508"/>
                  </a:lnTo>
                  <a:lnTo>
                    <a:pt x="922108" y="181724"/>
                  </a:lnTo>
                  <a:lnTo>
                    <a:pt x="930262" y="187032"/>
                  </a:lnTo>
                  <a:lnTo>
                    <a:pt x="965111" y="163982"/>
                  </a:lnTo>
                  <a:lnTo>
                    <a:pt x="965200" y="163512"/>
                  </a:lnTo>
                  <a:close/>
                </a:path>
                <a:path w="7061200" h="311150">
                  <a:moveTo>
                    <a:pt x="6883413" y="149199"/>
                  </a:moveTo>
                  <a:lnTo>
                    <a:pt x="6829603" y="110210"/>
                  </a:lnTo>
                  <a:lnTo>
                    <a:pt x="6778536" y="73190"/>
                  </a:lnTo>
                  <a:lnTo>
                    <a:pt x="6771970" y="87541"/>
                  </a:lnTo>
                  <a:lnTo>
                    <a:pt x="6712051" y="59855"/>
                  </a:lnTo>
                  <a:lnTo>
                    <a:pt x="6657873" y="37236"/>
                  </a:lnTo>
                  <a:lnTo>
                    <a:pt x="6605575" y="19011"/>
                  </a:lnTo>
                  <a:lnTo>
                    <a:pt x="6548755" y="4902"/>
                  </a:lnTo>
                  <a:lnTo>
                    <a:pt x="6497142" y="0"/>
                  </a:lnTo>
                  <a:lnTo>
                    <a:pt x="6471806" y="1384"/>
                  </a:lnTo>
                  <a:lnTo>
                    <a:pt x="6418491" y="11176"/>
                  </a:lnTo>
                  <a:lnTo>
                    <a:pt x="6363233" y="28143"/>
                  </a:lnTo>
                  <a:lnTo>
                    <a:pt x="6281128" y="61582"/>
                  </a:lnTo>
                  <a:lnTo>
                    <a:pt x="6229985" y="85598"/>
                  </a:lnTo>
                  <a:lnTo>
                    <a:pt x="6164110" y="118033"/>
                  </a:lnTo>
                  <a:lnTo>
                    <a:pt x="6146393" y="126542"/>
                  </a:lnTo>
                  <a:lnTo>
                    <a:pt x="6139256" y="129603"/>
                  </a:lnTo>
                  <a:lnTo>
                    <a:pt x="6139104" y="129387"/>
                  </a:lnTo>
                  <a:lnTo>
                    <a:pt x="6130950" y="124079"/>
                  </a:lnTo>
                  <a:lnTo>
                    <a:pt x="6096101" y="147129"/>
                  </a:lnTo>
                  <a:lnTo>
                    <a:pt x="6096000" y="147637"/>
                  </a:lnTo>
                  <a:lnTo>
                    <a:pt x="6121425" y="173024"/>
                  </a:lnTo>
                  <a:lnTo>
                    <a:pt x="6131306" y="171005"/>
                  </a:lnTo>
                  <a:lnTo>
                    <a:pt x="6139637" y="165315"/>
                  </a:lnTo>
                  <a:lnTo>
                    <a:pt x="6144946" y="157162"/>
                  </a:lnTo>
                  <a:lnTo>
                    <a:pt x="6145098" y="156375"/>
                  </a:lnTo>
                  <a:lnTo>
                    <a:pt x="6146800" y="147637"/>
                  </a:lnTo>
                  <a:lnTo>
                    <a:pt x="6146711" y="147129"/>
                  </a:lnTo>
                  <a:lnTo>
                    <a:pt x="6153886" y="144056"/>
                  </a:lnTo>
                  <a:lnTo>
                    <a:pt x="6172352" y="135204"/>
                  </a:lnTo>
                  <a:lnTo>
                    <a:pt x="6238367" y="102704"/>
                  </a:lnTo>
                  <a:lnTo>
                    <a:pt x="6289103" y="78879"/>
                  </a:lnTo>
                  <a:lnTo>
                    <a:pt x="6342837" y="56108"/>
                  </a:lnTo>
                  <a:lnTo>
                    <a:pt x="6396990" y="36995"/>
                  </a:lnTo>
                  <a:lnTo>
                    <a:pt x="6449593" y="23825"/>
                  </a:lnTo>
                  <a:lnTo>
                    <a:pt x="6474295" y="20269"/>
                  </a:lnTo>
                  <a:lnTo>
                    <a:pt x="6473876" y="20269"/>
                  </a:lnTo>
                  <a:lnTo>
                    <a:pt x="6498158" y="19011"/>
                  </a:lnTo>
                  <a:lnTo>
                    <a:pt x="6521539" y="20269"/>
                  </a:lnTo>
                  <a:lnTo>
                    <a:pt x="6546545" y="23825"/>
                  </a:lnTo>
                  <a:lnTo>
                    <a:pt x="6546393" y="23825"/>
                  </a:lnTo>
                  <a:lnTo>
                    <a:pt x="6571602" y="29260"/>
                  </a:lnTo>
                  <a:lnTo>
                    <a:pt x="6624447" y="45212"/>
                  </a:lnTo>
                  <a:lnTo>
                    <a:pt x="6704711" y="77431"/>
                  </a:lnTo>
                  <a:lnTo>
                    <a:pt x="6764020" y="104863"/>
                  </a:lnTo>
                  <a:lnTo>
                    <a:pt x="6757378" y="119380"/>
                  </a:lnTo>
                  <a:lnTo>
                    <a:pt x="6883413" y="149199"/>
                  </a:lnTo>
                  <a:close/>
                </a:path>
                <a:path w="7061200" h="311150">
                  <a:moveTo>
                    <a:pt x="7061200" y="163512"/>
                  </a:moveTo>
                  <a:lnTo>
                    <a:pt x="7035787" y="138087"/>
                  </a:lnTo>
                  <a:lnTo>
                    <a:pt x="7025907" y="140106"/>
                  </a:lnTo>
                  <a:lnTo>
                    <a:pt x="7017575" y="145796"/>
                  </a:lnTo>
                  <a:lnTo>
                    <a:pt x="7012267" y="153949"/>
                  </a:lnTo>
                  <a:lnTo>
                    <a:pt x="7010400" y="163512"/>
                  </a:lnTo>
                  <a:lnTo>
                    <a:pt x="7010489" y="163982"/>
                  </a:lnTo>
                  <a:lnTo>
                    <a:pt x="7003326" y="167055"/>
                  </a:lnTo>
                  <a:lnTo>
                    <a:pt x="6984860" y="175907"/>
                  </a:lnTo>
                  <a:lnTo>
                    <a:pt x="6918846" y="208407"/>
                  </a:lnTo>
                  <a:lnTo>
                    <a:pt x="6893979" y="220306"/>
                  </a:lnTo>
                  <a:lnTo>
                    <a:pt x="6814388" y="254990"/>
                  </a:lnTo>
                  <a:lnTo>
                    <a:pt x="6760223" y="274116"/>
                  </a:lnTo>
                  <a:lnTo>
                    <a:pt x="6707327" y="287337"/>
                  </a:lnTo>
                  <a:lnTo>
                    <a:pt x="6707175" y="287337"/>
                  </a:lnTo>
                  <a:lnTo>
                    <a:pt x="6682676" y="290868"/>
                  </a:lnTo>
                  <a:lnTo>
                    <a:pt x="6659054" y="292100"/>
                  </a:lnTo>
                  <a:lnTo>
                    <a:pt x="6636309" y="290868"/>
                  </a:lnTo>
                  <a:lnTo>
                    <a:pt x="6635915" y="290868"/>
                  </a:lnTo>
                  <a:lnTo>
                    <a:pt x="6585610" y="281851"/>
                  </a:lnTo>
                  <a:lnTo>
                    <a:pt x="6532766" y="265899"/>
                  </a:lnTo>
                  <a:lnTo>
                    <a:pt x="6452502" y="233680"/>
                  </a:lnTo>
                  <a:lnTo>
                    <a:pt x="6393180" y="206248"/>
                  </a:lnTo>
                  <a:lnTo>
                    <a:pt x="6395631" y="200901"/>
                  </a:lnTo>
                  <a:lnTo>
                    <a:pt x="6399835" y="191731"/>
                  </a:lnTo>
                  <a:lnTo>
                    <a:pt x="6273812" y="161899"/>
                  </a:lnTo>
                  <a:lnTo>
                    <a:pt x="6378676" y="237921"/>
                  </a:lnTo>
                  <a:lnTo>
                    <a:pt x="6385242" y="223570"/>
                  </a:lnTo>
                  <a:lnTo>
                    <a:pt x="6445161" y="251256"/>
                  </a:lnTo>
                  <a:lnTo>
                    <a:pt x="6499339" y="273875"/>
                  </a:lnTo>
                  <a:lnTo>
                    <a:pt x="6554343" y="292976"/>
                  </a:lnTo>
                  <a:lnTo>
                    <a:pt x="6608458" y="306209"/>
                  </a:lnTo>
                  <a:lnTo>
                    <a:pt x="6660083" y="311111"/>
                  </a:lnTo>
                  <a:lnTo>
                    <a:pt x="6685407" y="309727"/>
                  </a:lnTo>
                  <a:lnTo>
                    <a:pt x="6738721" y="299935"/>
                  </a:lnTo>
                  <a:lnTo>
                    <a:pt x="6793979" y="282968"/>
                  </a:lnTo>
                  <a:lnTo>
                    <a:pt x="6876085" y="249529"/>
                  </a:lnTo>
                  <a:lnTo>
                    <a:pt x="6927228" y="225513"/>
                  </a:lnTo>
                  <a:lnTo>
                    <a:pt x="6993102" y="193078"/>
                  </a:lnTo>
                  <a:lnTo>
                    <a:pt x="7010832" y="184569"/>
                  </a:lnTo>
                  <a:lnTo>
                    <a:pt x="7017956" y="181508"/>
                  </a:lnTo>
                  <a:lnTo>
                    <a:pt x="7018109" y="181724"/>
                  </a:lnTo>
                  <a:lnTo>
                    <a:pt x="7026262" y="187032"/>
                  </a:lnTo>
                  <a:lnTo>
                    <a:pt x="7061111" y="163982"/>
                  </a:lnTo>
                  <a:lnTo>
                    <a:pt x="7061200" y="163512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2133600" y="501172"/>
            <a:ext cx="109728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/>
              <a:t>Insertion</a:t>
            </a:r>
          </a:p>
        </p:txBody>
      </p:sp>
      <p:grpSp>
        <p:nvGrpSpPr>
          <p:cNvPr id="33" name="object 33"/>
          <p:cNvGrpSpPr/>
          <p:nvPr/>
        </p:nvGrpSpPr>
        <p:grpSpPr>
          <a:xfrm>
            <a:off x="2733675" y="5476876"/>
            <a:ext cx="7334250" cy="619125"/>
            <a:chOff x="1209675" y="5476875"/>
            <a:chExt cx="7334250" cy="619125"/>
          </a:xfrm>
        </p:grpSpPr>
        <p:sp>
          <p:nvSpPr>
            <p:cNvPr id="34" name="object 34"/>
            <p:cNvSpPr/>
            <p:nvPr/>
          </p:nvSpPr>
          <p:spPr>
            <a:xfrm>
              <a:off x="21336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799"/>
                  </a:lnTo>
                  <a:lnTo>
                    <a:pt x="304800" y="30479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336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4384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799"/>
                  </a:lnTo>
                  <a:lnTo>
                    <a:pt x="304800" y="30479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4384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7432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799"/>
                  </a:lnTo>
                  <a:lnTo>
                    <a:pt x="304800" y="30479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7432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870193" y="5491176"/>
              <a:ext cx="788035" cy="173355"/>
            </a:xfrm>
            <a:custGeom>
              <a:avLst/>
              <a:gdLst/>
              <a:ahLst/>
              <a:cxnLst/>
              <a:rect l="l" t="t" r="r" b="b"/>
              <a:pathLst>
                <a:path w="788035" h="173354">
                  <a:moveTo>
                    <a:pt x="25390" y="122217"/>
                  </a:moveTo>
                  <a:lnTo>
                    <a:pt x="0" y="147640"/>
                  </a:lnTo>
                  <a:lnTo>
                    <a:pt x="1941" y="157164"/>
                  </a:lnTo>
                  <a:lnTo>
                    <a:pt x="2014" y="157523"/>
                  </a:lnTo>
                  <a:lnTo>
                    <a:pt x="7706" y="165850"/>
                  </a:lnTo>
                  <a:lnTo>
                    <a:pt x="15865" y="171163"/>
                  </a:lnTo>
                  <a:lnTo>
                    <a:pt x="25422" y="173030"/>
                  </a:lnTo>
                  <a:lnTo>
                    <a:pt x="35306" y="171015"/>
                  </a:lnTo>
                  <a:lnTo>
                    <a:pt x="43633" y="165323"/>
                  </a:lnTo>
                  <a:lnTo>
                    <a:pt x="48946" y="157164"/>
                  </a:lnTo>
                  <a:lnTo>
                    <a:pt x="49099" y="156378"/>
                  </a:lnTo>
                  <a:lnTo>
                    <a:pt x="29159" y="156378"/>
                  </a:lnTo>
                  <a:lnTo>
                    <a:pt x="21653" y="138869"/>
                  </a:lnTo>
                  <a:lnTo>
                    <a:pt x="43252" y="129611"/>
                  </a:lnTo>
                  <a:lnTo>
                    <a:pt x="43106" y="129397"/>
                  </a:lnTo>
                  <a:lnTo>
                    <a:pt x="34947" y="124083"/>
                  </a:lnTo>
                  <a:lnTo>
                    <a:pt x="25390" y="122217"/>
                  </a:lnTo>
                  <a:close/>
                </a:path>
                <a:path w="788035" h="173354">
                  <a:moveTo>
                    <a:pt x="43252" y="129611"/>
                  </a:moveTo>
                  <a:lnTo>
                    <a:pt x="21653" y="138869"/>
                  </a:lnTo>
                  <a:lnTo>
                    <a:pt x="29159" y="156378"/>
                  </a:lnTo>
                  <a:lnTo>
                    <a:pt x="50716" y="147138"/>
                  </a:lnTo>
                  <a:lnTo>
                    <a:pt x="48870" y="138083"/>
                  </a:lnTo>
                  <a:lnTo>
                    <a:pt x="48797" y="137724"/>
                  </a:lnTo>
                  <a:lnTo>
                    <a:pt x="43252" y="129611"/>
                  </a:lnTo>
                  <a:close/>
                </a:path>
                <a:path w="788035" h="173354">
                  <a:moveTo>
                    <a:pt x="50716" y="147138"/>
                  </a:moveTo>
                  <a:lnTo>
                    <a:pt x="29159" y="156378"/>
                  </a:lnTo>
                  <a:lnTo>
                    <a:pt x="49099" y="156378"/>
                  </a:lnTo>
                  <a:lnTo>
                    <a:pt x="50806" y="147640"/>
                  </a:lnTo>
                  <a:lnTo>
                    <a:pt x="50716" y="147138"/>
                  </a:lnTo>
                  <a:close/>
                </a:path>
                <a:path w="788035" h="173354">
                  <a:moveTo>
                    <a:pt x="668026" y="104867"/>
                  </a:moveTo>
                  <a:lnTo>
                    <a:pt x="661374" y="119380"/>
                  </a:lnTo>
                  <a:lnTo>
                    <a:pt x="787406" y="149211"/>
                  </a:lnTo>
                  <a:lnTo>
                    <a:pt x="733603" y="110212"/>
                  </a:lnTo>
                  <a:lnTo>
                    <a:pt x="679471" y="110212"/>
                  </a:lnTo>
                  <a:lnTo>
                    <a:pt x="668026" y="104867"/>
                  </a:lnTo>
                  <a:close/>
                </a:path>
                <a:path w="788035" h="173354">
                  <a:moveTo>
                    <a:pt x="401136" y="0"/>
                  </a:moveTo>
                  <a:lnTo>
                    <a:pt x="349510" y="5231"/>
                  </a:lnTo>
                  <a:lnTo>
                    <a:pt x="294692" y="19023"/>
                  </a:lnTo>
                  <a:lnTo>
                    <a:pt x="239397" y="38581"/>
                  </a:lnTo>
                  <a:lnTo>
                    <a:pt x="185128" y="61583"/>
                  </a:lnTo>
                  <a:lnTo>
                    <a:pt x="133981" y="85603"/>
                  </a:lnTo>
                  <a:lnTo>
                    <a:pt x="68114" y="118037"/>
                  </a:lnTo>
                  <a:lnTo>
                    <a:pt x="50387" y="126553"/>
                  </a:lnTo>
                  <a:lnTo>
                    <a:pt x="43252" y="129611"/>
                  </a:lnTo>
                  <a:lnTo>
                    <a:pt x="48797" y="137724"/>
                  </a:lnTo>
                  <a:lnTo>
                    <a:pt x="50716" y="147138"/>
                  </a:lnTo>
                  <a:lnTo>
                    <a:pt x="57891" y="144062"/>
                  </a:lnTo>
                  <a:lnTo>
                    <a:pt x="76356" y="135212"/>
                  </a:lnTo>
                  <a:lnTo>
                    <a:pt x="142362" y="102710"/>
                  </a:lnTo>
                  <a:lnTo>
                    <a:pt x="167237" y="90811"/>
                  </a:lnTo>
                  <a:lnTo>
                    <a:pt x="246831" y="56121"/>
                  </a:lnTo>
                  <a:lnTo>
                    <a:pt x="300987" y="37005"/>
                  </a:lnTo>
                  <a:lnTo>
                    <a:pt x="353597" y="23837"/>
                  </a:lnTo>
                  <a:lnTo>
                    <a:pt x="378308" y="20278"/>
                  </a:lnTo>
                  <a:lnTo>
                    <a:pt x="377899" y="20278"/>
                  </a:lnTo>
                  <a:lnTo>
                    <a:pt x="402152" y="19023"/>
                  </a:lnTo>
                  <a:lnTo>
                    <a:pt x="509581" y="19023"/>
                  </a:lnTo>
                  <a:lnTo>
                    <a:pt x="506866" y="18138"/>
                  </a:lnTo>
                  <a:lnTo>
                    <a:pt x="479599" y="10641"/>
                  </a:lnTo>
                  <a:lnTo>
                    <a:pt x="452755" y="4909"/>
                  </a:lnTo>
                  <a:lnTo>
                    <a:pt x="426522" y="1253"/>
                  </a:lnTo>
                  <a:lnTo>
                    <a:pt x="401136" y="0"/>
                  </a:lnTo>
                  <a:close/>
                </a:path>
                <a:path w="788035" h="173354">
                  <a:moveTo>
                    <a:pt x="675964" y="87548"/>
                  </a:moveTo>
                  <a:lnTo>
                    <a:pt x="668026" y="104867"/>
                  </a:lnTo>
                  <a:lnTo>
                    <a:pt x="679471" y="110212"/>
                  </a:lnTo>
                  <a:lnTo>
                    <a:pt x="687533" y="92952"/>
                  </a:lnTo>
                  <a:lnTo>
                    <a:pt x="675964" y="87548"/>
                  </a:lnTo>
                  <a:close/>
                </a:path>
                <a:path w="788035" h="173354">
                  <a:moveTo>
                    <a:pt x="682541" y="73200"/>
                  </a:moveTo>
                  <a:lnTo>
                    <a:pt x="675964" y="87548"/>
                  </a:lnTo>
                  <a:lnTo>
                    <a:pt x="687533" y="92952"/>
                  </a:lnTo>
                  <a:lnTo>
                    <a:pt x="679471" y="110212"/>
                  </a:lnTo>
                  <a:lnTo>
                    <a:pt x="733603" y="110212"/>
                  </a:lnTo>
                  <a:lnTo>
                    <a:pt x="682541" y="73200"/>
                  </a:lnTo>
                  <a:close/>
                </a:path>
                <a:path w="788035" h="173354">
                  <a:moveTo>
                    <a:pt x="509581" y="19023"/>
                  </a:moveTo>
                  <a:lnTo>
                    <a:pt x="402152" y="19023"/>
                  </a:lnTo>
                  <a:lnTo>
                    <a:pt x="425544" y="20278"/>
                  </a:lnTo>
                  <a:lnTo>
                    <a:pt x="450544" y="23837"/>
                  </a:lnTo>
                  <a:lnTo>
                    <a:pt x="450393" y="23837"/>
                  </a:lnTo>
                  <a:lnTo>
                    <a:pt x="475605" y="29268"/>
                  </a:lnTo>
                  <a:lnTo>
                    <a:pt x="501805" y="36503"/>
                  </a:lnTo>
                  <a:lnTo>
                    <a:pt x="528447" y="45211"/>
                  </a:lnTo>
                  <a:lnTo>
                    <a:pt x="555287" y="55115"/>
                  </a:lnTo>
                  <a:lnTo>
                    <a:pt x="608713" y="77435"/>
                  </a:lnTo>
                  <a:lnTo>
                    <a:pt x="668026" y="104867"/>
                  </a:lnTo>
                  <a:lnTo>
                    <a:pt x="675964" y="87548"/>
                  </a:lnTo>
                  <a:lnTo>
                    <a:pt x="616054" y="59856"/>
                  </a:lnTo>
                  <a:lnTo>
                    <a:pt x="561878" y="37241"/>
                  </a:lnTo>
                  <a:lnTo>
                    <a:pt x="534359" y="27101"/>
                  </a:lnTo>
                  <a:lnTo>
                    <a:pt x="509581" y="19023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6576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799"/>
                  </a:lnTo>
                  <a:lnTo>
                    <a:pt x="304800" y="30479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6576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9624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799"/>
                  </a:lnTo>
                  <a:lnTo>
                    <a:pt x="304800" y="30479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9624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2672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799"/>
                  </a:lnTo>
                  <a:lnTo>
                    <a:pt x="304800" y="30479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2672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394192" y="5491176"/>
              <a:ext cx="788035" cy="173355"/>
            </a:xfrm>
            <a:custGeom>
              <a:avLst/>
              <a:gdLst/>
              <a:ahLst/>
              <a:cxnLst/>
              <a:rect l="l" t="t" r="r" b="b"/>
              <a:pathLst>
                <a:path w="788035" h="173354">
                  <a:moveTo>
                    <a:pt x="25390" y="122217"/>
                  </a:moveTo>
                  <a:lnTo>
                    <a:pt x="0" y="147640"/>
                  </a:lnTo>
                  <a:lnTo>
                    <a:pt x="1941" y="157164"/>
                  </a:lnTo>
                  <a:lnTo>
                    <a:pt x="2014" y="157523"/>
                  </a:lnTo>
                  <a:lnTo>
                    <a:pt x="7706" y="165850"/>
                  </a:lnTo>
                  <a:lnTo>
                    <a:pt x="15866" y="171163"/>
                  </a:lnTo>
                  <a:lnTo>
                    <a:pt x="25423" y="173030"/>
                  </a:lnTo>
                  <a:lnTo>
                    <a:pt x="35306" y="171015"/>
                  </a:lnTo>
                  <a:lnTo>
                    <a:pt x="43633" y="165323"/>
                  </a:lnTo>
                  <a:lnTo>
                    <a:pt x="48947" y="157164"/>
                  </a:lnTo>
                  <a:lnTo>
                    <a:pt x="49100" y="156378"/>
                  </a:lnTo>
                  <a:lnTo>
                    <a:pt x="29159" y="156378"/>
                  </a:lnTo>
                  <a:lnTo>
                    <a:pt x="21654" y="138869"/>
                  </a:lnTo>
                  <a:lnTo>
                    <a:pt x="43253" y="129611"/>
                  </a:lnTo>
                  <a:lnTo>
                    <a:pt x="43106" y="129397"/>
                  </a:lnTo>
                  <a:lnTo>
                    <a:pt x="34947" y="124083"/>
                  </a:lnTo>
                  <a:lnTo>
                    <a:pt x="25390" y="122217"/>
                  </a:lnTo>
                  <a:close/>
                </a:path>
                <a:path w="788035" h="173354">
                  <a:moveTo>
                    <a:pt x="43253" y="129611"/>
                  </a:moveTo>
                  <a:lnTo>
                    <a:pt x="21654" y="138869"/>
                  </a:lnTo>
                  <a:lnTo>
                    <a:pt x="29159" y="156378"/>
                  </a:lnTo>
                  <a:lnTo>
                    <a:pt x="50717" y="147138"/>
                  </a:lnTo>
                  <a:lnTo>
                    <a:pt x="48871" y="138083"/>
                  </a:lnTo>
                  <a:lnTo>
                    <a:pt x="48797" y="137724"/>
                  </a:lnTo>
                  <a:lnTo>
                    <a:pt x="43253" y="129611"/>
                  </a:lnTo>
                  <a:close/>
                </a:path>
                <a:path w="788035" h="173354">
                  <a:moveTo>
                    <a:pt x="50717" y="147138"/>
                  </a:moveTo>
                  <a:lnTo>
                    <a:pt x="29159" y="156378"/>
                  </a:lnTo>
                  <a:lnTo>
                    <a:pt x="49100" y="156378"/>
                  </a:lnTo>
                  <a:lnTo>
                    <a:pt x="50806" y="147640"/>
                  </a:lnTo>
                  <a:lnTo>
                    <a:pt x="50717" y="147138"/>
                  </a:lnTo>
                  <a:close/>
                </a:path>
                <a:path w="788035" h="173354">
                  <a:moveTo>
                    <a:pt x="668026" y="104866"/>
                  </a:moveTo>
                  <a:lnTo>
                    <a:pt x="661373" y="119380"/>
                  </a:lnTo>
                  <a:lnTo>
                    <a:pt x="787407" y="149211"/>
                  </a:lnTo>
                  <a:lnTo>
                    <a:pt x="733604" y="110212"/>
                  </a:lnTo>
                  <a:lnTo>
                    <a:pt x="679472" y="110212"/>
                  </a:lnTo>
                  <a:lnTo>
                    <a:pt x="668026" y="104866"/>
                  </a:lnTo>
                  <a:close/>
                </a:path>
                <a:path w="788035" h="173354">
                  <a:moveTo>
                    <a:pt x="401136" y="0"/>
                  </a:moveTo>
                  <a:lnTo>
                    <a:pt x="349511" y="5231"/>
                  </a:lnTo>
                  <a:lnTo>
                    <a:pt x="294693" y="19023"/>
                  </a:lnTo>
                  <a:lnTo>
                    <a:pt x="239398" y="38581"/>
                  </a:lnTo>
                  <a:lnTo>
                    <a:pt x="185128" y="61583"/>
                  </a:lnTo>
                  <a:lnTo>
                    <a:pt x="133981" y="85603"/>
                  </a:lnTo>
                  <a:lnTo>
                    <a:pt x="68114" y="118037"/>
                  </a:lnTo>
                  <a:lnTo>
                    <a:pt x="50388" y="126553"/>
                  </a:lnTo>
                  <a:lnTo>
                    <a:pt x="43253" y="129611"/>
                  </a:lnTo>
                  <a:lnTo>
                    <a:pt x="48797" y="137724"/>
                  </a:lnTo>
                  <a:lnTo>
                    <a:pt x="50717" y="147138"/>
                  </a:lnTo>
                  <a:lnTo>
                    <a:pt x="57892" y="144062"/>
                  </a:lnTo>
                  <a:lnTo>
                    <a:pt x="76355" y="135212"/>
                  </a:lnTo>
                  <a:lnTo>
                    <a:pt x="142362" y="102710"/>
                  </a:lnTo>
                  <a:lnTo>
                    <a:pt x="167238" y="90811"/>
                  </a:lnTo>
                  <a:lnTo>
                    <a:pt x="246831" y="56121"/>
                  </a:lnTo>
                  <a:lnTo>
                    <a:pt x="300986" y="37005"/>
                  </a:lnTo>
                  <a:lnTo>
                    <a:pt x="353597" y="23837"/>
                  </a:lnTo>
                  <a:lnTo>
                    <a:pt x="378309" y="20278"/>
                  </a:lnTo>
                  <a:lnTo>
                    <a:pt x="377900" y="20278"/>
                  </a:lnTo>
                  <a:lnTo>
                    <a:pt x="402152" y="19023"/>
                  </a:lnTo>
                  <a:lnTo>
                    <a:pt x="509581" y="19023"/>
                  </a:lnTo>
                  <a:lnTo>
                    <a:pt x="506866" y="18138"/>
                  </a:lnTo>
                  <a:lnTo>
                    <a:pt x="479599" y="10641"/>
                  </a:lnTo>
                  <a:lnTo>
                    <a:pt x="452755" y="4909"/>
                  </a:lnTo>
                  <a:lnTo>
                    <a:pt x="426522" y="1253"/>
                  </a:lnTo>
                  <a:lnTo>
                    <a:pt x="401136" y="0"/>
                  </a:lnTo>
                  <a:close/>
                </a:path>
                <a:path w="788035" h="173354">
                  <a:moveTo>
                    <a:pt x="675964" y="87548"/>
                  </a:moveTo>
                  <a:lnTo>
                    <a:pt x="668026" y="104866"/>
                  </a:lnTo>
                  <a:lnTo>
                    <a:pt x="679472" y="110212"/>
                  </a:lnTo>
                  <a:lnTo>
                    <a:pt x="687534" y="92952"/>
                  </a:lnTo>
                  <a:lnTo>
                    <a:pt x="675964" y="87548"/>
                  </a:lnTo>
                  <a:close/>
                </a:path>
                <a:path w="788035" h="173354">
                  <a:moveTo>
                    <a:pt x="682541" y="73200"/>
                  </a:moveTo>
                  <a:lnTo>
                    <a:pt x="675964" y="87548"/>
                  </a:lnTo>
                  <a:lnTo>
                    <a:pt x="687534" y="92952"/>
                  </a:lnTo>
                  <a:lnTo>
                    <a:pt x="679472" y="110212"/>
                  </a:lnTo>
                  <a:lnTo>
                    <a:pt x="733604" y="110212"/>
                  </a:lnTo>
                  <a:lnTo>
                    <a:pt x="682541" y="73200"/>
                  </a:lnTo>
                  <a:close/>
                </a:path>
                <a:path w="788035" h="173354">
                  <a:moveTo>
                    <a:pt x="509581" y="19023"/>
                  </a:moveTo>
                  <a:lnTo>
                    <a:pt x="402152" y="19023"/>
                  </a:lnTo>
                  <a:lnTo>
                    <a:pt x="425544" y="20278"/>
                  </a:lnTo>
                  <a:lnTo>
                    <a:pt x="450544" y="23837"/>
                  </a:lnTo>
                  <a:lnTo>
                    <a:pt x="450393" y="23837"/>
                  </a:lnTo>
                  <a:lnTo>
                    <a:pt x="475605" y="29268"/>
                  </a:lnTo>
                  <a:lnTo>
                    <a:pt x="501805" y="36503"/>
                  </a:lnTo>
                  <a:lnTo>
                    <a:pt x="528447" y="45211"/>
                  </a:lnTo>
                  <a:lnTo>
                    <a:pt x="555287" y="55115"/>
                  </a:lnTo>
                  <a:lnTo>
                    <a:pt x="608714" y="77435"/>
                  </a:lnTo>
                  <a:lnTo>
                    <a:pt x="668026" y="104866"/>
                  </a:lnTo>
                  <a:lnTo>
                    <a:pt x="675964" y="87548"/>
                  </a:lnTo>
                  <a:lnTo>
                    <a:pt x="616054" y="59856"/>
                  </a:lnTo>
                  <a:lnTo>
                    <a:pt x="561879" y="37241"/>
                  </a:lnTo>
                  <a:lnTo>
                    <a:pt x="534359" y="27101"/>
                  </a:lnTo>
                  <a:lnTo>
                    <a:pt x="509581" y="19023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1816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799"/>
                  </a:lnTo>
                  <a:lnTo>
                    <a:pt x="304800" y="30479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1816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4864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799"/>
                  </a:lnTo>
                  <a:lnTo>
                    <a:pt x="304800" y="30479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4864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7912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799"/>
                  </a:lnTo>
                  <a:lnTo>
                    <a:pt x="304800" y="30479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7912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918193" y="5491176"/>
              <a:ext cx="788035" cy="173355"/>
            </a:xfrm>
            <a:custGeom>
              <a:avLst/>
              <a:gdLst/>
              <a:ahLst/>
              <a:cxnLst/>
              <a:rect l="l" t="t" r="r" b="b"/>
              <a:pathLst>
                <a:path w="788034" h="173354">
                  <a:moveTo>
                    <a:pt x="25390" y="122217"/>
                  </a:moveTo>
                  <a:lnTo>
                    <a:pt x="0" y="147640"/>
                  </a:lnTo>
                  <a:lnTo>
                    <a:pt x="1941" y="157164"/>
                  </a:lnTo>
                  <a:lnTo>
                    <a:pt x="2014" y="157523"/>
                  </a:lnTo>
                  <a:lnTo>
                    <a:pt x="7706" y="165850"/>
                  </a:lnTo>
                  <a:lnTo>
                    <a:pt x="15866" y="171163"/>
                  </a:lnTo>
                  <a:lnTo>
                    <a:pt x="25423" y="173030"/>
                  </a:lnTo>
                  <a:lnTo>
                    <a:pt x="35306" y="171015"/>
                  </a:lnTo>
                  <a:lnTo>
                    <a:pt x="43633" y="165323"/>
                  </a:lnTo>
                  <a:lnTo>
                    <a:pt x="48947" y="157164"/>
                  </a:lnTo>
                  <a:lnTo>
                    <a:pt x="49100" y="156378"/>
                  </a:lnTo>
                  <a:lnTo>
                    <a:pt x="29159" y="156378"/>
                  </a:lnTo>
                  <a:lnTo>
                    <a:pt x="21654" y="138869"/>
                  </a:lnTo>
                  <a:lnTo>
                    <a:pt x="43253" y="129611"/>
                  </a:lnTo>
                  <a:lnTo>
                    <a:pt x="43106" y="129397"/>
                  </a:lnTo>
                  <a:lnTo>
                    <a:pt x="34947" y="124083"/>
                  </a:lnTo>
                  <a:lnTo>
                    <a:pt x="25390" y="122217"/>
                  </a:lnTo>
                  <a:close/>
                </a:path>
                <a:path w="788034" h="173354">
                  <a:moveTo>
                    <a:pt x="43253" y="129611"/>
                  </a:moveTo>
                  <a:lnTo>
                    <a:pt x="21654" y="138869"/>
                  </a:lnTo>
                  <a:lnTo>
                    <a:pt x="29159" y="156378"/>
                  </a:lnTo>
                  <a:lnTo>
                    <a:pt x="50717" y="147138"/>
                  </a:lnTo>
                  <a:lnTo>
                    <a:pt x="48871" y="138083"/>
                  </a:lnTo>
                  <a:lnTo>
                    <a:pt x="48797" y="137724"/>
                  </a:lnTo>
                  <a:lnTo>
                    <a:pt x="43253" y="129611"/>
                  </a:lnTo>
                  <a:close/>
                </a:path>
                <a:path w="788034" h="173354">
                  <a:moveTo>
                    <a:pt x="50717" y="147138"/>
                  </a:moveTo>
                  <a:lnTo>
                    <a:pt x="29159" y="156378"/>
                  </a:lnTo>
                  <a:lnTo>
                    <a:pt x="49100" y="156378"/>
                  </a:lnTo>
                  <a:lnTo>
                    <a:pt x="50806" y="147640"/>
                  </a:lnTo>
                  <a:lnTo>
                    <a:pt x="50717" y="147138"/>
                  </a:lnTo>
                  <a:close/>
                </a:path>
                <a:path w="788034" h="173354">
                  <a:moveTo>
                    <a:pt x="668026" y="104866"/>
                  </a:moveTo>
                  <a:lnTo>
                    <a:pt x="661373" y="119380"/>
                  </a:lnTo>
                  <a:lnTo>
                    <a:pt x="787407" y="149211"/>
                  </a:lnTo>
                  <a:lnTo>
                    <a:pt x="733604" y="110212"/>
                  </a:lnTo>
                  <a:lnTo>
                    <a:pt x="679472" y="110212"/>
                  </a:lnTo>
                  <a:lnTo>
                    <a:pt x="668026" y="104866"/>
                  </a:lnTo>
                  <a:close/>
                </a:path>
                <a:path w="788034" h="173354">
                  <a:moveTo>
                    <a:pt x="401136" y="0"/>
                  </a:moveTo>
                  <a:lnTo>
                    <a:pt x="349511" y="5231"/>
                  </a:lnTo>
                  <a:lnTo>
                    <a:pt x="294693" y="19023"/>
                  </a:lnTo>
                  <a:lnTo>
                    <a:pt x="239398" y="38581"/>
                  </a:lnTo>
                  <a:lnTo>
                    <a:pt x="185128" y="61583"/>
                  </a:lnTo>
                  <a:lnTo>
                    <a:pt x="133981" y="85603"/>
                  </a:lnTo>
                  <a:lnTo>
                    <a:pt x="68114" y="118037"/>
                  </a:lnTo>
                  <a:lnTo>
                    <a:pt x="50388" y="126553"/>
                  </a:lnTo>
                  <a:lnTo>
                    <a:pt x="43253" y="129611"/>
                  </a:lnTo>
                  <a:lnTo>
                    <a:pt x="48797" y="137724"/>
                  </a:lnTo>
                  <a:lnTo>
                    <a:pt x="50717" y="147138"/>
                  </a:lnTo>
                  <a:lnTo>
                    <a:pt x="57892" y="144062"/>
                  </a:lnTo>
                  <a:lnTo>
                    <a:pt x="76355" y="135212"/>
                  </a:lnTo>
                  <a:lnTo>
                    <a:pt x="142362" y="102710"/>
                  </a:lnTo>
                  <a:lnTo>
                    <a:pt x="167238" y="90811"/>
                  </a:lnTo>
                  <a:lnTo>
                    <a:pt x="246831" y="56121"/>
                  </a:lnTo>
                  <a:lnTo>
                    <a:pt x="300986" y="37005"/>
                  </a:lnTo>
                  <a:lnTo>
                    <a:pt x="353597" y="23837"/>
                  </a:lnTo>
                  <a:lnTo>
                    <a:pt x="378309" y="20278"/>
                  </a:lnTo>
                  <a:lnTo>
                    <a:pt x="377900" y="20278"/>
                  </a:lnTo>
                  <a:lnTo>
                    <a:pt x="402152" y="19023"/>
                  </a:lnTo>
                  <a:lnTo>
                    <a:pt x="509581" y="19023"/>
                  </a:lnTo>
                  <a:lnTo>
                    <a:pt x="506866" y="18138"/>
                  </a:lnTo>
                  <a:lnTo>
                    <a:pt x="479599" y="10641"/>
                  </a:lnTo>
                  <a:lnTo>
                    <a:pt x="452755" y="4909"/>
                  </a:lnTo>
                  <a:lnTo>
                    <a:pt x="426522" y="1253"/>
                  </a:lnTo>
                  <a:lnTo>
                    <a:pt x="401136" y="0"/>
                  </a:lnTo>
                  <a:close/>
                </a:path>
                <a:path w="788034" h="173354">
                  <a:moveTo>
                    <a:pt x="675964" y="87548"/>
                  </a:moveTo>
                  <a:lnTo>
                    <a:pt x="668026" y="104866"/>
                  </a:lnTo>
                  <a:lnTo>
                    <a:pt x="679472" y="110212"/>
                  </a:lnTo>
                  <a:lnTo>
                    <a:pt x="687534" y="92952"/>
                  </a:lnTo>
                  <a:lnTo>
                    <a:pt x="675964" y="87548"/>
                  </a:lnTo>
                  <a:close/>
                </a:path>
                <a:path w="788034" h="173354">
                  <a:moveTo>
                    <a:pt x="682541" y="73200"/>
                  </a:moveTo>
                  <a:lnTo>
                    <a:pt x="675964" y="87548"/>
                  </a:lnTo>
                  <a:lnTo>
                    <a:pt x="687534" y="92952"/>
                  </a:lnTo>
                  <a:lnTo>
                    <a:pt x="679472" y="110212"/>
                  </a:lnTo>
                  <a:lnTo>
                    <a:pt x="733604" y="110212"/>
                  </a:lnTo>
                  <a:lnTo>
                    <a:pt x="682541" y="73200"/>
                  </a:lnTo>
                  <a:close/>
                </a:path>
                <a:path w="788034" h="173354">
                  <a:moveTo>
                    <a:pt x="509581" y="19023"/>
                  </a:moveTo>
                  <a:lnTo>
                    <a:pt x="402152" y="19023"/>
                  </a:lnTo>
                  <a:lnTo>
                    <a:pt x="425544" y="20278"/>
                  </a:lnTo>
                  <a:lnTo>
                    <a:pt x="450544" y="23837"/>
                  </a:lnTo>
                  <a:lnTo>
                    <a:pt x="450393" y="23837"/>
                  </a:lnTo>
                  <a:lnTo>
                    <a:pt x="475605" y="29268"/>
                  </a:lnTo>
                  <a:lnTo>
                    <a:pt x="501805" y="36503"/>
                  </a:lnTo>
                  <a:lnTo>
                    <a:pt x="528447" y="45211"/>
                  </a:lnTo>
                  <a:lnTo>
                    <a:pt x="555287" y="55115"/>
                  </a:lnTo>
                  <a:lnTo>
                    <a:pt x="608714" y="77435"/>
                  </a:lnTo>
                  <a:lnTo>
                    <a:pt x="668026" y="104866"/>
                  </a:lnTo>
                  <a:lnTo>
                    <a:pt x="675964" y="87548"/>
                  </a:lnTo>
                  <a:lnTo>
                    <a:pt x="616054" y="59856"/>
                  </a:lnTo>
                  <a:lnTo>
                    <a:pt x="561879" y="37241"/>
                  </a:lnTo>
                  <a:lnTo>
                    <a:pt x="534359" y="27101"/>
                  </a:lnTo>
                  <a:lnTo>
                    <a:pt x="509581" y="19023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7056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799"/>
                  </a:lnTo>
                  <a:lnTo>
                    <a:pt x="304800" y="30479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7056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0104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799"/>
                  </a:lnTo>
                  <a:lnTo>
                    <a:pt x="304800" y="30479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0104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3152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799"/>
                  </a:lnTo>
                  <a:lnTo>
                    <a:pt x="304800" y="30479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3152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048000" y="5614987"/>
              <a:ext cx="3835400" cy="187325"/>
            </a:xfrm>
            <a:custGeom>
              <a:avLst/>
              <a:gdLst/>
              <a:ahLst/>
              <a:cxnLst/>
              <a:rect l="l" t="t" r="r" b="b"/>
              <a:pathLst>
                <a:path w="3835400" h="187325">
                  <a:moveTo>
                    <a:pt x="787387" y="39712"/>
                  </a:moveTo>
                  <a:lnTo>
                    <a:pt x="761974" y="14287"/>
                  </a:lnTo>
                  <a:lnTo>
                    <a:pt x="752094" y="16306"/>
                  </a:lnTo>
                  <a:lnTo>
                    <a:pt x="743762" y="21996"/>
                  </a:lnTo>
                  <a:lnTo>
                    <a:pt x="738454" y="30149"/>
                  </a:lnTo>
                  <a:lnTo>
                    <a:pt x="736587" y="39712"/>
                  </a:lnTo>
                  <a:lnTo>
                    <a:pt x="736676" y="40182"/>
                  </a:lnTo>
                  <a:lnTo>
                    <a:pt x="729513" y="43256"/>
                  </a:lnTo>
                  <a:lnTo>
                    <a:pt x="711047" y="52108"/>
                  </a:lnTo>
                  <a:lnTo>
                    <a:pt x="645033" y="84607"/>
                  </a:lnTo>
                  <a:lnTo>
                    <a:pt x="620166" y="96507"/>
                  </a:lnTo>
                  <a:lnTo>
                    <a:pt x="540575" y="131191"/>
                  </a:lnTo>
                  <a:lnTo>
                    <a:pt x="486410" y="150317"/>
                  </a:lnTo>
                  <a:lnTo>
                    <a:pt x="433514" y="163537"/>
                  </a:lnTo>
                  <a:lnTo>
                    <a:pt x="433362" y="163537"/>
                  </a:lnTo>
                  <a:lnTo>
                    <a:pt x="408863" y="167068"/>
                  </a:lnTo>
                  <a:lnTo>
                    <a:pt x="385241" y="168300"/>
                  </a:lnTo>
                  <a:lnTo>
                    <a:pt x="362496" y="167068"/>
                  </a:lnTo>
                  <a:lnTo>
                    <a:pt x="362089" y="167068"/>
                  </a:lnTo>
                  <a:lnTo>
                    <a:pt x="311797" y="158051"/>
                  </a:lnTo>
                  <a:lnTo>
                    <a:pt x="258953" y="142100"/>
                  </a:lnTo>
                  <a:lnTo>
                    <a:pt x="178689" y="109880"/>
                  </a:lnTo>
                  <a:lnTo>
                    <a:pt x="119367" y="82448"/>
                  </a:lnTo>
                  <a:lnTo>
                    <a:pt x="121818" y="77101"/>
                  </a:lnTo>
                  <a:lnTo>
                    <a:pt x="126022" y="67932"/>
                  </a:lnTo>
                  <a:lnTo>
                    <a:pt x="0" y="38112"/>
                  </a:lnTo>
                  <a:lnTo>
                    <a:pt x="104863" y="114122"/>
                  </a:lnTo>
                  <a:lnTo>
                    <a:pt x="111429" y="99771"/>
                  </a:lnTo>
                  <a:lnTo>
                    <a:pt x="171348" y="127457"/>
                  </a:lnTo>
                  <a:lnTo>
                    <a:pt x="225526" y="150075"/>
                  </a:lnTo>
                  <a:lnTo>
                    <a:pt x="280530" y="169176"/>
                  </a:lnTo>
                  <a:lnTo>
                    <a:pt x="334645" y="182410"/>
                  </a:lnTo>
                  <a:lnTo>
                    <a:pt x="386270" y="187312"/>
                  </a:lnTo>
                  <a:lnTo>
                    <a:pt x="411594" y="185928"/>
                  </a:lnTo>
                  <a:lnTo>
                    <a:pt x="464908" y="176136"/>
                  </a:lnTo>
                  <a:lnTo>
                    <a:pt x="520166" y="159169"/>
                  </a:lnTo>
                  <a:lnTo>
                    <a:pt x="602272" y="125730"/>
                  </a:lnTo>
                  <a:lnTo>
                    <a:pt x="653415" y="101714"/>
                  </a:lnTo>
                  <a:lnTo>
                    <a:pt x="719289" y="69278"/>
                  </a:lnTo>
                  <a:lnTo>
                    <a:pt x="737019" y="60769"/>
                  </a:lnTo>
                  <a:lnTo>
                    <a:pt x="744143" y="57708"/>
                  </a:lnTo>
                  <a:lnTo>
                    <a:pt x="744296" y="57924"/>
                  </a:lnTo>
                  <a:lnTo>
                    <a:pt x="752449" y="63233"/>
                  </a:lnTo>
                  <a:lnTo>
                    <a:pt x="787298" y="40182"/>
                  </a:lnTo>
                  <a:lnTo>
                    <a:pt x="787387" y="39712"/>
                  </a:lnTo>
                  <a:close/>
                </a:path>
                <a:path w="3835400" h="187325">
                  <a:moveTo>
                    <a:pt x="2311387" y="25425"/>
                  </a:moveTo>
                  <a:lnTo>
                    <a:pt x="2285974" y="0"/>
                  </a:lnTo>
                  <a:lnTo>
                    <a:pt x="2276094" y="2019"/>
                  </a:lnTo>
                  <a:lnTo>
                    <a:pt x="2267762" y="7708"/>
                  </a:lnTo>
                  <a:lnTo>
                    <a:pt x="2262454" y="15862"/>
                  </a:lnTo>
                  <a:lnTo>
                    <a:pt x="2260587" y="25425"/>
                  </a:lnTo>
                  <a:lnTo>
                    <a:pt x="2260676" y="25895"/>
                  </a:lnTo>
                  <a:lnTo>
                    <a:pt x="2253513" y="28968"/>
                  </a:lnTo>
                  <a:lnTo>
                    <a:pt x="2235047" y="37820"/>
                  </a:lnTo>
                  <a:lnTo>
                    <a:pt x="2169033" y="70319"/>
                  </a:lnTo>
                  <a:lnTo>
                    <a:pt x="2144166" y="82219"/>
                  </a:lnTo>
                  <a:lnTo>
                    <a:pt x="2064575" y="116903"/>
                  </a:lnTo>
                  <a:lnTo>
                    <a:pt x="2010410" y="136029"/>
                  </a:lnTo>
                  <a:lnTo>
                    <a:pt x="1957514" y="149250"/>
                  </a:lnTo>
                  <a:lnTo>
                    <a:pt x="1957362" y="149250"/>
                  </a:lnTo>
                  <a:lnTo>
                    <a:pt x="1932863" y="152781"/>
                  </a:lnTo>
                  <a:lnTo>
                    <a:pt x="1909241" y="154012"/>
                  </a:lnTo>
                  <a:lnTo>
                    <a:pt x="1886496" y="152781"/>
                  </a:lnTo>
                  <a:lnTo>
                    <a:pt x="1886089" y="152781"/>
                  </a:lnTo>
                  <a:lnTo>
                    <a:pt x="1835797" y="143764"/>
                  </a:lnTo>
                  <a:lnTo>
                    <a:pt x="1782953" y="127812"/>
                  </a:lnTo>
                  <a:lnTo>
                    <a:pt x="1702689" y="95592"/>
                  </a:lnTo>
                  <a:lnTo>
                    <a:pt x="1643367" y="68160"/>
                  </a:lnTo>
                  <a:lnTo>
                    <a:pt x="1645818" y="62814"/>
                  </a:lnTo>
                  <a:lnTo>
                    <a:pt x="1650022" y="53644"/>
                  </a:lnTo>
                  <a:lnTo>
                    <a:pt x="1524000" y="23812"/>
                  </a:lnTo>
                  <a:lnTo>
                    <a:pt x="1628863" y="99834"/>
                  </a:lnTo>
                  <a:lnTo>
                    <a:pt x="1635429" y="85483"/>
                  </a:lnTo>
                  <a:lnTo>
                    <a:pt x="1695348" y="113169"/>
                  </a:lnTo>
                  <a:lnTo>
                    <a:pt x="1749526" y="135788"/>
                  </a:lnTo>
                  <a:lnTo>
                    <a:pt x="1804530" y="154889"/>
                  </a:lnTo>
                  <a:lnTo>
                    <a:pt x="1858645" y="168122"/>
                  </a:lnTo>
                  <a:lnTo>
                    <a:pt x="1910270" y="173024"/>
                  </a:lnTo>
                  <a:lnTo>
                    <a:pt x="1935594" y="171640"/>
                  </a:lnTo>
                  <a:lnTo>
                    <a:pt x="1988908" y="161848"/>
                  </a:lnTo>
                  <a:lnTo>
                    <a:pt x="2044166" y="144881"/>
                  </a:lnTo>
                  <a:lnTo>
                    <a:pt x="2126272" y="111442"/>
                  </a:lnTo>
                  <a:lnTo>
                    <a:pt x="2177415" y="87426"/>
                  </a:lnTo>
                  <a:lnTo>
                    <a:pt x="2243290" y="54991"/>
                  </a:lnTo>
                  <a:lnTo>
                    <a:pt x="2261019" y="46482"/>
                  </a:lnTo>
                  <a:lnTo>
                    <a:pt x="2268143" y="43421"/>
                  </a:lnTo>
                  <a:lnTo>
                    <a:pt x="2268296" y="43637"/>
                  </a:lnTo>
                  <a:lnTo>
                    <a:pt x="2276449" y="48945"/>
                  </a:lnTo>
                  <a:lnTo>
                    <a:pt x="2311298" y="25895"/>
                  </a:lnTo>
                  <a:lnTo>
                    <a:pt x="2311387" y="25425"/>
                  </a:lnTo>
                  <a:close/>
                </a:path>
                <a:path w="3835400" h="187325">
                  <a:moveTo>
                    <a:pt x="3835387" y="39712"/>
                  </a:moveTo>
                  <a:lnTo>
                    <a:pt x="3809974" y="14287"/>
                  </a:lnTo>
                  <a:lnTo>
                    <a:pt x="3800094" y="16306"/>
                  </a:lnTo>
                  <a:lnTo>
                    <a:pt x="3791762" y="21996"/>
                  </a:lnTo>
                  <a:lnTo>
                    <a:pt x="3786454" y="30149"/>
                  </a:lnTo>
                  <a:lnTo>
                    <a:pt x="3784587" y="39712"/>
                  </a:lnTo>
                  <a:lnTo>
                    <a:pt x="3784676" y="40182"/>
                  </a:lnTo>
                  <a:lnTo>
                    <a:pt x="3777513" y="43256"/>
                  </a:lnTo>
                  <a:lnTo>
                    <a:pt x="3759047" y="52108"/>
                  </a:lnTo>
                  <a:lnTo>
                    <a:pt x="3693033" y="84607"/>
                  </a:lnTo>
                  <a:lnTo>
                    <a:pt x="3668166" y="96507"/>
                  </a:lnTo>
                  <a:lnTo>
                    <a:pt x="3588575" y="131191"/>
                  </a:lnTo>
                  <a:lnTo>
                    <a:pt x="3534410" y="150317"/>
                  </a:lnTo>
                  <a:lnTo>
                    <a:pt x="3481514" y="163537"/>
                  </a:lnTo>
                  <a:lnTo>
                    <a:pt x="3481362" y="163537"/>
                  </a:lnTo>
                  <a:lnTo>
                    <a:pt x="3456863" y="167068"/>
                  </a:lnTo>
                  <a:lnTo>
                    <a:pt x="3433241" y="168300"/>
                  </a:lnTo>
                  <a:lnTo>
                    <a:pt x="3410496" y="167068"/>
                  </a:lnTo>
                  <a:lnTo>
                    <a:pt x="3410089" y="167068"/>
                  </a:lnTo>
                  <a:lnTo>
                    <a:pt x="3359797" y="158051"/>
                  </a:lnTo>
                  <a:lnTo>
                    <a:pt x="3306953" y="142100"/>
                  </a:lnTo>
                  <a:lnTo>
                    <a:pt x="3226689" y="109880"/>
                  </a:lnTo>
                  <a:lnTo>
                    <a:pt x="3167367" y="82448"/>
                  </a:lnTo>
                  <a:lnTo>
                    <a:pt x="3169818" y="77101"/>
                  </a:lnTo>
                  <a:lnTo>
                    <a:pt x="3174022" y="67932"/>
                  </a:lnTo>
                  <a:lnTo>
                    <a:pt x="3048000" y="38112"/>
                  </a:lnTo>
                  <a:lnTo>
                    <a:pt x="3152864" y="114122"/>
                  </a:lnTo>
                  <a:lnTo>
                    <a:pt x="3159429" y="99771"/>
                  </a:lnTo>
                  <a:lnTo>
                    <a:pt x="3219348" y="127457"/>
                  </a:lnTo>
                  <a:lnTo>
                    <a:pt x="3273526" y="150075"/>
                  </a:lnTo>
                  <a:lnTo>
                    <a:pt x="3328530" y="169176"/>
                  </a:lnTo>
                  <a:lnTo>
                    <a:pt x="3382645" y="182410"/>
                  </a:lnTo>
                  <a:lnTo>
                    <a:pt x="3434270" y="187312"/>
                  </a:lnTo>
                  <a:lnTo>
                    <a:pt x="3459594" y="185928"/>
                  </a:lnTo>
                  <a:lnTo>
                    <a:pt x="3512909" y="176136"/>
                  </a:lnTo>
                  <a:lnTo>
                    <a:pt x="3568166" y="159169"/>
                  </a:lnTo>
                  <a:lnTo>
                    <a:pt x="3650272" y="125730"/>
                  </a:lnTo>
                  <a:lnTo>
                    <a:pt x="3701415" y="101714"/>
                  </a:lnTo>
                  <a:lnTo>
                    <a:pt x="3767290" y="69278"/>
                  </a:lnTo>
                  <a:lnTo>
                    <a:pt x="3785019" y="60769"/>
                  </a:lnTo>
                  <a:lnTo>
                    <a:pt x="3792143" y="57708"/>
                  </a:lnTo>
                  <a:lnTo>
                    <a:pt x="3792296" y="57924"/>
                  </a:lnTo>
                  <a:lnTo>
                    <a:pt x="3800449" y="63233"/>
                  </a:lnTo>
                  <a:lnTo>
                    <a:pt x="3835298" y="40182"/>
                  </a:lnTo>
                  <a:lnTo>
                    <a:pt x="3835387" y="39712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520124" y="5613603"/>
              <a:ext cx="4709795" cy="482600"/>
            </a:xfrm>
            <a:custGeom>
              <a:avLst/>
              <a:gdLst/>
              <a:ahLst/>
              <a:cxnLst/>
              <a:rect l="l" t="t" r="r" b="b"/>
              <a:pathLst>
                <a:path w="4709795" h="482600">
                  <a:moveTo>
                    <a:pt x="146875" y="482396"/>
                  </a:moveTo>
                  <a:lnTo>
                    <a:pt x="105067" y="397294"/>
                  </a:lnTo>
                  <a:lnTo>
                    <a:pt x="89763" y="366153"/>
                  </a:lnTo>
                  <a:lnTo>
                    <a:pt x="77406" y="375627"/>
                  </a:lnTo>
                  <a:lnTo>
                    <a:pt x="61353" y="353631"/>
                  </a:lnTo>
                  <a:lnTo>
                    <a:pt x="35725" y="309829"/>
                  </a:lnTo>
                  <a:lnTo>
                    <a:pt x="21170" y="268389"/>
                  </a:lnTo>
                  <a:lnTo>
                    <a:pt x="19024" y="239395"/>
                  </a:lnTo>
                  <a:lnTo>
                    <a:pt x="19900" y="223342"/>
                  </a:lnTo>
                  <a:lnTo>
                    <a:pt x="28562" y="171919"/>
                  </a:lnTo>
                  <a:lnTo>
                    <a:pt x="48006" y="103276"/>
                  </a:lnTo>
                  <a:lnTo>
                    <a:pt x="57988" y="72821"/>
                  </a:lnTo>
                  <a:lnTo>
                    <a:pt x="62534" y="58991"/>
                  </a:lnTo>
                  <a:lnTo>
                    <a:pt x="65024" y="50406"/>
                  </a:lnTo>
                  <a:lnTo>
                    <a:pt x="65570" y="50406"/>
                  </a:lnTo>
                  <a:lnTo>
                    <a:pt x="74815" y="47358"/>
                  </a:lnTo>
                  <a:lnTo>
                    <a:pt x="82245" y="41071"/>
                  </a:lnTo>
                  <a:lnTo>
                    <a:pt x="86855" y="32092"/>
                  </a:lnTo>
                  <a:lnTo>
                    <a:pt x="87566" y="22555"/>
                  </a:lnTo>
                  <a:lnTo>
                    <a:pt x="87604" y="22034"/>
                  </a:lnTo>
                  <a:lnTo>
                    <a:pt x="84556" y="12788"/>
                  </a:lnTo>
                  <a:lnTo>
                    <a:pt x="78270" y="5359"/>
                  </a:lnTo>
                  <a:lnTo>
                    <a:pt x="69291" y="749"/>
                  </a:lnTo>
                  <a:lnTo>
                    <a:pt x="59232" y="0"/>
                  </a:lnTo>
                  <a:lnTo>
                    <a:pt x="49987" y="3048"/>
                  </a:lnTo>
                  <a:lnTo>
                    <a:pt x="42557" y="9334"/>
                  </a:lnTo>
                  <a:lnTo>
                    <a:pt x="37960" y="18313"/>
                  </a:lnTo>
                  <a:lnTo>
                    <a:pt x="37236" y="27851"/>
                  </a:lnTo>
                  <a:lnTo>
                    <a:pt x="37198" y="28371"/>
                  </a:lnTo>
                  <a:lnTo>
                    <a:pt x="40246" y="37617"/>
                  </a:lnTo>
                  <a:lnTo>
                    <a:pt x="46609" y="45135"/>
                  </a:lnTo>
                  <a:lnTo>
                    <a:pt x="47840" y="41224"/>
                  </a:lnTo>
                  <a:lnTo>
                    <a:pt x="46710" y="45135"/>
                  </a:lnTo>
                  <a:lnTo>
                    <a:pt x="44234" y="53695"/>
                  </a:lnTo>
                  <a:lnTo>
                    <a:pt x="35026" y="81584"/>
                  </a:lnTo>
                  <a:lnTo>
                    <a:pt x="29883" y="97383"/>
                  </a:lnTo>
                  <a:lnTo>
                    <a:pt x="10134" y="167093"/>
                  </a:lnTo>
                  <a:lnTo>
                    <a:pt x="990" y="221081"/>
                  </a:lnTo>
                  <a:lnTo>
                    <a:pt x="0" y="238328"/>
                  </a:lnTo>
                  <a:lnTo>
                    <a:pt x="342" y="254495"/>
                  </a:lnTo>
                  <a:lnTo>
                    <a:pt x="11430" y="301904"/>
                  </a:lnTo>
                  <a:lnTo>
                    <a:pt x="45135" y="363613"/>
                  </a:lnTo>
                  <a:lnTo>
                    <a:pt x="62293" y="387210"/>
                  </a:lnTo>
                  <a:lnTo>
                    <a:pt x="49441" y="397065"/>
                  </a:lnTo>
                  <a:lnTo>
                    <a:pt x="146875" y="482396"/>
                  </a:lnTo>
                  <a:close/>
                </a:path>
                <a:path w="4709795" h="482600">
                  <a:moveTo>
                    <a:pt x="1667700" y="482396"/>
                  </a:moveTo>
                  <a:lnTo>
                    <a:pt x="1625892" y="397294"/>
                  </a:lnTo>
                  <a:lnTo>
                    <a:pt x="1610588" y="366153"/>
                  </a:lnTo>
                  <a:lnTo>
                    <a:pt x="1598231" y="375627"/>
                  </a:lnTo>
                  <a:lnTo>
                    <a:pt x="1582178" y="353631"/>
                  </a:lnTo>
                  <a:lnTo>
                    <a:pt x="1556550" y="309829"/>
                  </a:lnTo>
                  <a:lnTo>
                    <a:pt x="1541995" y="268389"/>
                  </a:lnTo>
                  <a:lnTo>
                    <a:pt x="1539849" y="239395"/>
                  </a:lnTo>
                  <a:lnTo>
                    <a:pt x="1540725" y="223342"/>
                  </a:lnTo>
                  <a:lnTo>
                    <a:pt x="1549387" y="171919"/>
                  </a:lnTo>
                  <a:lnTo>
                    <a:pt x="1568831" y="103276"/>
                  </a:lnTo>
                  <a:lnTo>
                    <a:pt x="1578813" y="72821"/>
                  </a:lnTo>
                  <a:lnTo>
                    <a:pt x="1583359" y="58991"/>
                  </a:lnTo>
                  <a:lnTo>
                    <a:pt x="1585836" y="50406"/>
                  </a:lnTo>
                  <a:lnTo>
                    <a:pt x="1586395" y="50406"/>
                  </a:lnTo>
                  <a:lnTo>
                    <a:pt x="1595640" y="47358"/>
                  </a:lnTo>
                  <a:lnTo>
                    <a:pt x="1603070" y="41071"/>
                  </a:lnTo>
                  <a:lnTo>
                    <a:pt x="1607680" y="32092"/>
                  </a:lnTo>
                  <a:lnTo>
                    <a:pt x="1608391" y="22555"/>
                  </a:lnTo>
                  <a:lnTo>
                    <a:pt x="1608429" y="22034"/>
                  </a:lnTo>
                  <a:lnTo>
                    <a:pt x="1605381" y="12788"/>
                  </a:lnTo>
                  <a:lnTo>
                    <a:pt x="1599095" y="5359"/>
                  </a:lnTo>
                  <a:lnTo>
                    <a:pt x="1590116" y="749"/>
                  </a:lnTo>
                  <a:lnTo>
                    <a:pt x="1580057" y="0"/>
                  </a:lnTo>
                  <a:lnTo>
                    <a:pt x="1570812" y="3048"/>
                  </a:lnTo>
                  <a:lnTo>
                    <a:pt x="1563382" y="9334"/>
                  </a:lnTo>
                  <a:lnTo>
                    <a:pt x="1558785" y="18313"/>
                  </a:lnTo>
                  <a:lnTo>
                    <a:pt x="1558061" y="27851"/>
                  </a:lnTo>
                  <a:lnTo>
                    <a:pt x="1558023" y="28371"/>
                  </a:lnTo>
                  <a:lnTo>
                    <a:pt x="1561071" y="37617"/>
                  </a:lnTo>
                  <a:lnTo>
                    <a:pt x="1567434" y="45135"/>
                  </a:lnTo>
                  <a:lnTo>
                    <a:pt x="1568665" y="41224"/>
                  </a:lnTo>
                  <a:lnTo>
                    <a:pt x="1567535" y="45135"/>
                  </a:lnTo>
                  <a:lnTo>
                    <a:pt x="1565059" y="53695"/>
                  </a:lnTo>
                  <a:lnTo>
                    <a:pt x="1555851" y="81584"/>
                  </a:lnTo>
                  <a:lnTo>
                    <a:pt x="1550708" y="97383"/>
                  </a:lnTo>
                  <a:lnTo>
                    <a:pt x="1530959" y="167093"/>
                  </a:lnTo>
                  <a:lnTo>
                    <a:pt x="1521815" y="221081"/>
                  </a:lnTo>
                  <a:lnTo>
                    <a:pt x="1520825" y="238328"/>
                  </a:lnTo>
                  <a:lnTo>
                    <a:pt x="1521167" y="254495"/>
                  </a:lnTo>
                  <a:lnTo>
                    <a:pt x="1532255" y="301904"/>
                  </a:lnTo>
                  <a:lnTo>
                    <a:pt x="1565960" y="363613"/>
                  </a:lnTo>
                  <a:lnTo>
                    <a:pt x="1583118" y="387210"/>
                  </a:lnTo>
                  <a:lnTo>
                    <a:pt x="1570266" y="397065"/>
                  </a:lnTo>
                  <a:lnTo>
                    <a:pt x="1667700" y="482396"/>
                  </a:lnTo>
                  <a:close/>
                </a:path>
                <a:path w="4709795" h="482600">
                  <a:moveTo>
                    <a:pt x="3188525" y="482396"/>
                  </a:moveTo>
                  <a:lnTo>
                    <a:pt x="3146717" y="397294"/>
                  </a:lnTo>
                  <a:lnTo>
                    <a:pt x="3131413" y="366153"/>
                  </a:lnTo>
                  <a:lnTo>
                    <a:pt x="3119056" y="375627"/>
                  </a:lnTo>
                  <a:lnTo>
                    <a:pt x="3103003" y="353631"/>
                  </a:lnTo>
                  <a:lnTo>
                    <a:pt x="3077375" y="309829"/>
                  </a:lnTo>
                  <a:lnTo>
                    <a:pt x="3062821" y="268389"/>
                  </a:lnTo>
                  <a:lnTo>
                    <a:pt x="3060674" y="239395"/>
                  </a:lnTo>
                  <a:lnTo>
                    <a:pt x="3061551" y="223342"/>
                  </a:lnTo>
                  <a:lnTo>
                    <a:pt x="3070212" y="171919"/>
                  </a:lnTo>
                  <a:lnTo>
                    <a:pt x="3089656" y="103276"/>
                  </a:lnTo>
                  <a:lnTo>
                    <a:pt x="3099638" y="72821"/>
                  </a:lnTo>
                  <a:lnTo>
                    <a:pt x="3104184" y="58991"/>
                  </a:lnTo>
                  <a:lnTo>
                    <a:pt x="3106674" y="50406"/>
                  </a:lnTo>
                  <a:lnTo>
                    <a:pt x="3107220" y="50406"/>
                  </a:lnTo>
                  <a:lnTo>
                    <a:pt x="3116465" y="47358"/>
                  </a:lnTo>
                  <a:lnTo>
                    <a:pt x="3123895" y="41071"/>
                  </a:lnTo>
                  <a:lnTo>
                    <a:pt x="3128505" y="32092"/>
                  </a:lnTo>
                  <a:lnTo>
                    <a:pt x="3129216" y="22555"/>
                  </a:lnTo>
                  <a:lnTo>
                    <a:pt x="3129254" y="22034"/>
                  </a:lnTo>
                  <a:lnTo>
                    <a:pt x="3126206" y="12788"/>
                  </a:lnTo>
                  <a:lnTo>
                    <a:pt x="3119920" y="5359"/>
                  </a:lnTo>
                  <a:lnTo>
                    <a:pt x="3110941" y="749"/>
                  </a:lnTo>
                  <a:lnTo>
                    <a:pt x="3100882" y="0"/>
                  </a:lnTo>
                  <a:lnTo>
                    <a:pt x="3091637" y="3048"/>
                  </a:lnTo>
                  <a:lnTo>
                    <a:pt x="3084207" y="9334"/>
                  </a:lnTo>
                  <a:lnTo>
                    <a:pt x="3079610" y="18313"/>
                  </a:lnTo>
                  <a:lnTo>
                    <a:pt x="3078886" y="27851"/>
                  </a:lnTo>
                  <a:lnTo>
                    <a:pt x="3078848" y="28371"/>
                  </a:lnTo>
                  <a:lnTo>
                    <a:pt x="3081896" y="37617"/>
                  </a:lnTo>
                  <a:lnTo>
                    <a:pt x="3088259" y="45135"/>
                  </a:lnTo>
                  <a:lnTo>
                    <a:pt x="3089491" y="41224"/>
                  </a:lnTo>
                  <a:lnTo>
                    <a:pt x="3088360" y="45135"/>
                  </a:lnTo>
                  <a:lnTo>
                    <a:pt x="3085884" y="53695"/>
                  </a:lnTo>
                  <a:lnTo>
                    <a:pt x="3076676" y="81584"/>
                  </a:lnTo>
                  <a:lnTo>
                    <a:pt x="3071533" y="97383"/>
                  </a:lnTo>
                  <a:lnTo>
                    <a:pt x="3051784" y="167093"/>
                  </a:lnTo>
                  <a:lnTo>
                    <a:pt x="3042640" y="221081"/>
                  </a:lnTo>
                  <a:lnTo>
                    <a:pt x="3041650" y="238328"/>
                  </a:lnTo>
                  <a:lnTo>
                    <a:pt x="3041993" y="254495"/>
                  </a:lnTo>
                  <a:lnTo>
                    <a:pt x="3053080" y="301904"/>
                  </a:lnTo>
                  <a:lnTo>
                    <a:pt x="3086785" y="363613"/>
                  </a:lnTo>
                  <a:lnTo>
                    <a:pt x="3103943" y="387210"/>
                  </a:lnTo>
                  <a:lnTo>
                    <a:pt x="3091091" y="397065"/>
                  </a:lnTo>
                  <a:lnTo>
                    <a:pt x="3188525" y="482396"/>
                  </a:lnTo>
                  <a:close/>
                </a:path>
                <a:path w="4709795" h="482600">
                  <a:moveTo>
                    <a:pt x="4709350" y="482396"/>
                  </a:moveTo>
                  <a:lnTo>
                    <a:pt x="4667542" y="397294"/>
                  </a:lnTo>
                  <a:lnTo>
                    <a:pt x="4652238" y="366153"/>
                  </a:lnTo>
                  <a:lnTo>
                    <a:pt x="4639881" y="375627"/>
                  </a:lnTo>
                  <a:lnTo>
                    <a:pt x="4623828" y="353631"/>
                  </a:lnTo>
                  <a:lnTo>
                    <a:pt x="4598200" y="309829"/>
                  </a:lnTo>
                  <a:lnTo>
                    <a:pt x="4583646" y="268389"/>
                  </a:lnTo>
                  <a:lnTo>
                    <a:pt x="4581499" y="239395"/>
                  </a:lnTo>
                  <a:lnTo>
                    <a:pt x="4582376" y="223342"/>
                  </a:lnTo>
                  <a:lnTo>
                    <a:pt x="4591037" y="171919"/>
                  </a:lnTo>
                  <a:lnTo>
                    <a:pt x="4610481" y="103276"/>
                  </a:lnTo>
                  <a:lnTo>
                    <a:pt x="4620463" y="72821"/>
                  </a:lnTo>
                  <a:lnTo>
                    <a:pt x="4625010" y="58991"/>
                  </a:lnTo>
                  <a:lnTo>
                    <a:pt x="4627499" y="50406"/>
                  </a:lnTo>
                  <a:lnTo>
                    <a:pt x="4628045" y="50406"/>
                  </a:lnTo>
                  <a:lnTo>
                    <a:pt x="4637290" y="47358"/>
                  </a:lnTo>
                  <a:lnTo>
                    <a:pt x="4644720" y="41071"/>
                  </a:lnTo>
                  <a:lnTo>
                    <a:pt x="4649330" y="32092"/>
                  </a:lnTo>
                  <a:lnTo>
                    <a:pt x="4650041" y="22555"/>
                  </a:lnTo>
                  <a:lnTo>
                    <a:pt x="4650079" y="22034"/>
                  </a:lnTo>
                  <a:lnTo>
                    <a:pt x="4647031" y="12788"/>
                  </a:lnTo>
                  <a:lnTo>
                    <a:pt x="4640745" y="5359"/>
                  </a:lnTo>
                  <a:lnTo>
                    <a:pt x="4631766" y="749"/>
                  </a:lnTo>
                  <a:lnTo>
                    <a:pt x="4621708" y="0"/>
                  </a:lnTo>
                  <a:lnTo>
                    <a:pt x="4612462" y="3048"/>
                  </a:lnTo>
                  <a:lnTo>
                    <a:pt x="4605032" y="9334"/>
                  </a:lnTo>
                  <a:lnTo>
                    <a:pt x="4600435" y="18313"/>
                  </a:lnTo>
                  <a:lnTo>
                    <a:pt x="4599711" y="27851"/>
                  </a:lnTo>
                  <a:lnTo>
                    <a:pt x="4599673" y="28371"/>
                  </a:lnTo>
                  <a:lnTo>
                    <a:pt x="4602721" y="37617"/>
                  </a:lnTo>
                  <a:lnTo>
                    <a:pt x="4609084" y="45135"/>
                  </a:lnTo>
                  <a:lnTo>
                    <a:pt x="4610316" y="41224"/>
                  </a:lnTo>
                  <a:lnTo>
                    <a:pt x="4609185" y="45135"/>
                  </a:lnTo>
                  <a:lnTo>
                    <a:pt x="4606709" y="53695"/>
                  </a:lnTo>
                  <a:lnTo>
                    <a:pt x="4597501" y="81584"/>
                  </a:lnTo>
                  <a:lnTo>
                    <a:pt x="4592358" y="97383"/>
                  </a:lnTo>
                  <a:lnTo>
                    <a:pt x="4572609" y="167093"/>
                  </a:lnTo>
                  <a:lnTo>
                    <a:pt x="4563465" y="221081"/>
                  </a:lnTo>
                  <a:lnTo>
                    <a:pt x="4562475" y="238328"/>
                  </a:lnTo>
                  <a:lnTo>
                    <a:pt x="4562818" y="254495"/>
                  </a:lnTo>
                  <a:lnTo>
                    <a:pt x="4573905" y="301904"/>
                  </a:lnTo>
                  <a:lnTo>
                    <a:pt x="4607611" y="363613"/>
                  </a:lnTo>
                  <a:lnTo>
                    <a:pt x="4624768" y="387210"/>
                  </a:lnTo>
                  <a:lnTo>
                    <a:pt x="4611916" y="397065"/>
                  </a:lnTo>
                  <a:lnTo>
                    <a:pt x="4709350" y="482396"/>
                  </a:lnTo>
                  <a:close/>
                </a:path>
              </a:pathLst>
            </a:custGeom>
            <a:solidFill>
              <a:srgbClr val="BE2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2296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799"/>
                  </a:lnTo>
                  <a:lnTo>
                    <a:pt x="304800" y="30479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2296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2192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799"/>
                  </a:lnTo>
                  <a:lnTo>
                    <a:pt x="304800" y="30479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219200" y="54864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346187" y="5476900"/>
              <a:ext cx="7061200" cy="311150"/>
            </a:xfrm>
            <a:custGeom>
              <a:avLst/>
              <a:gdLst/>
              <a:ahLst/>
              <a:cxnLst/>
              <a:rect l="l" t="t" r="r" b="b"/>
              <a:pathLst>
                <a:path w="7061200" h="311150">
                  <a:moveTo>
                    <a:pt x="787412" y="149199"/>
                  </a:moveTo>
                  <a:lnTo>
                    <a:pt x="733602" y="110210"/>
                  </a:lnTo>
                  <a:lnTo>
                    <a:pt x="682536" y="73190"/>
                  </a:lnTo>
                  <a:lnTo>
                    <a:pt x="675970" y="87541"/>
                  </a:lnTo>
                  <a:lnTo>
                    <a:pt x="616051" y="59855"/>
                  </a:lnTo>
                  <a:lnTo>
                    <a:pt x="561873" y="37236"/>
                  </a:lnTo>
                  <a:lnTo>
                    <a:pt x="509574" y="19011"/>
                  </a:lnTo>
                  <a:lnTo>
                    <a:pt x="452755" y="4902"/>
                  </a:lnTo>
                  <a:lnTo>
                    <a:pt x="401142" y="0"/>
                  </a:lnTo>
                  <a:lnTo>
                    <a:pt x="375805" y="1384"/>
                  </a:lnTo>
                  <a:lnTo>
                    <a:pt x="322491" y="11176"/>
                  </a:lnTo>
                  <a:lnTo>
                    <a:pt x="267233" y="28143"/>
                  </a:lnTo>
                  <a:lnTo>
                    <a:pt x="185127" y="61582"/>
                  </a:lnTo>
                  <a:lnTo>
                    <a:pt x="133985" y="85598"/>
                  </a:lnTo>
                  <a:lnTo>
                    <a:pt x="68110" y="118033"/>
                  </a:lnTo>
                  <a:lnTo>
                    <a:pt x="50393" y="126542"/>
                  </a:lnTo>
                  <a:lnTo>
                    <a:pt x="43256" y="129603"/>
                  </a:lnTo>
                  <a:lnTo>
                    <a:pt x="43103" y="129387"/>
                  </a:lnTo>
                  <a:lnTo>
                    <a:pt x="34950" y="124079"/>
                  </a:lnTo>
                  <a:lnTo>
                    <a:pt x="101" y="147129"/>
                  </a:lnTo>
                  <a:lnTo>
                    <a:pt x="0" y="147637"/>
                  </a:lnTo>
                  <a:lnTo>
                    <a:pt x="25425" y="173024"/>
                  </a:lnTo>
                  <a:lnTo>
                    <a:pt x="35306" y="171005"/>
                  </a:lnTo>
                  <a:lnTo>
                    <a:pt x="43637" y="165315"/>
                  </a:lnTo>
                  <a:lnTo>
                    <a:pt x="48945" y="157162"/>
                  </a:lnTo>
                  <a:lnTo>
                    <a:pt x="49098" y="156375"/>
                  </a:lnTo>
                  <a:lnTo>
                    <a:pt x="50812" y="147637"/>
                  </a:lnTo>
                  <a:lnTo>
                    <a:pt x="50711" y="147129"/>
                  </a:lnTo>
                  <a:lnTo>
                    <a:pt x="57886" y="144056"/>
                  </a:lnTo>
                  <a:lnTo>
                    <a:pt x="76352" y="135204"/>
                  </a:lnTo>
                  <a:lnTo>
                    <a:pt x="142367" y="102704"/>
                  </a:lnTo>
                  <a:lnTo>
                    <a:pt x="193103" y="78879"/>
                  </a:lnTo>
                  <a:lnTo>
                    <a:pt x="246837" y="56108"/>
                  </a:lnTo>
                  <a:lnTo>
                    <a:pt x="300990" y="36995"/>
                  </a:lnTo>
                  <a:lnTo>
                    <a:pt x="353593" y="23825"/>
                  </a:lnTo>
                  <a:lnTo>
                    <a:pt x="378294" y="20269"/>
                  </a:lnTo>
                  <a:lnTo>
                    <a:pt x="377875" y="20269"/>
                  </a:lnTo>
                  <a:lnTo>
                    <a:pt x="402158" y="19011"/>
                  </a:lnTo>
                  <a:lnTo>
                    <a:pt x="425538" y="20269"/>
                  </a:lnTo>
                  <a:lnTo>
                    <a:pt x="450545" y="23825"/>
                  </a:lnTo>
                  <a:lnTo>
                    <a:pt x="450392" y="23825"/>
                  </a:lnTo>
                  <a:lnTo>
                    <a:pt x="475602" y="29260"/>
                  </a:lnTo>
                  <a:lnTo>
                    <a:pt x="528447" y="45199"/>
                  </a:lnTo>
                  <a:lnTo>
                    <a:pt x="608711" y="77431"/>
                  </a:lnTo>
                  <a:lnTo>
                    <a:pt x="668032" y="104863"/>
                  </a:lnTo>
                  <a:lnTo>
                    <a:pt x="661377" y="119380"/>
                  </a:lnTo>
                  <a:lnTo>
                    <a:pt x="787412" y="149199"/>
                  </a:lnTo>
                  <a:close/>
                </a:path>
                <a:path w="7061200" h="311150">
                  <a:moveTo>
                    <a:pt x="965200" y="163512"/>
                  </a:moveTo>
                  <a:lnTo>
                    <a:pt x="939787" y="138087"/>
                  </a:lnTo>
                  <a:lnTo>
                    <a:pt x="929906" y="140106"/>
                  </a:lnTo>
                  <a:lnTo>
                    <a:pt x="921575" y="145796"/>
                  </a:lnTo>
                  <a:lnTo>
                    <a:pt x="916266" y="153949"/>
                  </a:lnTo>
                  <a:lnTo>
                    <a:pt x="914400" y="163512"/>
                  </a:lnTo>
                  <a:lnTo>
                    <a:pt x="914501" y="163982"/>
                  </a:lnTo>
                  <a:lnTo>
                    <a:pt x="907326" y="167055"/>
                  </a:lnTo>
                  <a:lnTo>
                    <a:pt x="888860" y="175907"/>
                  </a:lnTo>
                  <a:lnTo>
                    <a:pt x="822845" y="208407"/>
                  </a:lnTo>
                  <a:lnTo>
                    <a:pt x="797979" y="220306"/>
                  </a:lnTo>
                  <a:lnTo>
                    <a:pt x="718388" y="254990"/>
                  </a:lnTo>
                  <a:lnTo>
                    <a:pt x="664222" y="274116"/>
                  </a:lnTo>
                  <a:lnTo>
                    <a:pt x="611327" y="287337"/>
                  </a:lnTo>
                  <a:lnTo>
                    <a:pt x="611174" y="287337"/>
                  </a:lnTo>
                  <a:lnTo>
                    <a:pt x="586676" y="290868"/>
                  </a:lnTo>
                  <a:lnTo>
                    <a:pt x="563054" y="292100"/>
                  </a:lnTo>
                  <a:lnTo>
                    <a:pt x="540308" y="290868"/>
                  </a:lnTo>
                  <a:lnTo>
                    <a:pt x="539902" y="290868"/>
                  </a:lnTo>
                  <a:lnTo>
                    <a:pt x="489610" y="281851"/>
                  </a:lnTo>
                  <a:lnTo>
                    <a:pt x="436765" y="265899"/>
                  </a:lnTo>
                  <a:lnTo>
                    <a:pt x="356501" y="233680"/>
                  </a:lnTo>
                  <a:lnTo>
                    <a:pt x="297180" y="206248"/>
                  </a:lnTo>
                  <a:lnTo>
                    <a:pt x="299631" y="200901"/>
                  </a:lnTo>
                  <a:lnTo>
                    <a:pt x="303834" y="191731"/>
                  </a:lnTo>
                  <a:lnTo>
                    <a:pt x="177812" y="161899"/>
                  </a:lnTo>
                  <a:lnTo>
                    <a:pt x="282676" y="237921"/>
                  </a:lnTo>
                  <a:lnTo>
                    <a:pt x="289242" y="223570"/>
                  </a:lnTo>
                  <a:lnTo>
                    <a:pt x="349161" y="251256"/>
                  </a:lnTo>
                  <a:lnTo>
                    <a:pt x="403339" y="273875"/>
                  </a:lnTo>
                  <a:lnTo>
                    <a:pt x="458343" y="292976"/>
                  </a:lnTo>
                  <a:lnTo>
                    <a:pt x="512457" y="306209"/>
                  </a:lnTo>
                  <a:lnTo>
                    <a:pt x="564083" y="311111"/>
                  </a:lnTo>
                  <a:lnTo>
                    <a:pt x="589407" y="309727"/>
                  </a:lnTo>
                  <a:lnTo>
                    <a:pt x="642721" y="299935"/>
                  </a:lnTo>
                  <a:lnTo>
                    <a:pt x="697979" y="282968"/>
                  </a:lnTo>
                  <a:lnTo>
                    <a:pt x="780084" y="249529"/>
                  </a:lnTo>
                  <a:lnTo>
                    <a:pt x="831227" y="225513"/>
                  </a:lnTo>
                  <a:lnTo>
                    <a:pt x="897102" y="193078"/>
                  </a:lnTo>
                  <a:lnTo>
                    <a:pt x="914831" y="184569"/>
                  </a:lnTo>
                  <a:lnTo>
                    <a:pt x="921956" y="181508"/>
                  </a:lnTo>
                  <a:lnTo>
                    <a:pt x="922108" y="181724"/>
                  </a:lnTo>
                  <a:lnTo>
                    <a:pt x="930262" y="187032"/>
                  </a:lnTo>
                  <a:lnTo>
                    <a:pt x="965111" y="163982"/>
                  </a:lnTo>
                  <a:lnTo>
                    <a:pt x="965200" y="163512"/>
                  </a:lnTo>
                  <a:close/>
                </a:path>
                <a:path w="7061200" h="311150">
                  <a:moveTo>
                    <a:pt x="6883413" y="149199"/>
                  </a:moveTo>
                  <a:lnTo>
                    <a:pt x="6829603" y="110210"/>
                  </a:lnTo>
                  <a:lnTo>
                    <a:pt x="6778536" y="73190"/>
                  </a:lnTo>
                  <a:lnTo>
                    <a:pt x="6771970" y="87541"/>
                  </a:lnTo>
                  <a:lnTo>
                    <a:pt x="6712051" y="59855"/>
                  </a:lnTo>
                  <a:lnTo>
                    <a:pt x="6657873" y="37236"/>
                  </a:lnTo>
                  <a:lnTo>
                    <a:pt x="6605575" y="19011"/>
                  </a:lnTo>
                  <a:lnTo>
                    <a:pt x="6548755" y="4902"/>
                  </a:lnTo>
                  <a:lnTo>
                    <a:pt x="6497142" y="0"/>
                  </a:lnTo>
                  <a:lnTo>
                    <a:pt x="6471806" y="1384"/>
                  </a:lnTo>
                  <a:lnTo>
                    <a:pt x="6418491" y="11176"/>
                  </a:lnTo>
                  <a:lnTo>
                    <a:pt x="6363233" y="28143"/>
                  </a:lnTo>
                  <a:lnTo>
                    <a:pt x="6281128" y="61582"/>
                  </a:lnTo>
                  <a:lnTo>
                    <a:pt x="6229985" y="85598"/>
                  </a:lnTo>
                  <a:lnTo>
                    <a:pt x="6164110" y="118033"/>
                  </a:lnTo>
                  <a:lnTo>
                    <a:pt x="6146393" y="126542"/>
                  </a:lnTo>
                  <a:lnTo>
                    <a:pt x="6139256" y="129603"/>
                  </a:lnTo>
                  <a:lnTo>
                    <a:pt x="6139104" y="129387"/>
                  </a:lnTo>
                  <a:lnTo>
                    <a:pt x="6130950" y="124079"/>
                  </a:lnTo>
                  <a:lnTo>
                    <a:pt x="6096101" y="147129"/>
                  </a:lnTo>
                  <a:lnTo>
                    <a:pt x="6096000" y="147637"/>
                  </a:lnTo>
                  <a:lnTo>
                    <a:pt x="6121425" y="173024"/>
                  </a:lnTo>
                  <a:lnTo>
                    <a:pt x="6131306" y="171005"/>
                  </a:lnTo>
                  <a:lnTo>
                    <a:pt x="6139637" y="165315"/>
                  </a:lnTo>
                  <a:lnTo>
                    <a:pt x="6144946" y="157162"/>
                  </a:lnTo>
                  <a:lnTo>
                    <a:pt x="6145098" y="156375"/>
                  </a:lnTo>
                  <a:lnTo>
                    <a:pt x="6146800" y="147637"/>
                  </a:lnTo>
                  <a:lnTo>
                    <a:pt x="6146711" y="147129"/>
                  </a:lnTo>
                  <a:lnTo>
                    <a:pt x="6153886" y="144056"/>
                  </a:lnTo>
                  <a:lnTo>
                    <a:pt x="6172352" y="135204"/>
                  </a:lnTo>
                  <a:lnTo>
                    <a:pt x="6238367" y="102704"/>
                  </a:lnTo>
                  <a:lnTo>
                    <a:pt x="6289103" y="78879"/>
                  </a:lnTo>
                  <a:lnTo>
                    <a:pt x="6342837" y="56108"/>
                  </a:lnTo>
                  <a:lnTo>
                    <a:pt x="6396990" y="36995"/>
                  </a:lnTo>
                  <a:lnTo>
                    <a:pt x="6449593" y="23825"/>
                  </a:lnTo>
                  <a:lnTo>
                    <a:pt x="6474295" y="20269"/>
                  </a:lnTo>
                  <a:lnTo>
                    <a:pt x="6473876" y="20269"/>
                  </a:lnTo>
                  <a:lnTo>
                    <a:pt x="6498158" y="19011"/>
                  </a:lnTo>
                  <a:lnTo>
                    <a:pt x="6521539" y="20269"/>
                  </a:lnTo>
                  <a:lnTo>
                    <a:pt x="6546545" y="23825"/>
                  </a:lnTo>
                  <a:lnTo>
                    <a:pt x="6546393" y="23825"/>
                  </a:lnTo>
                  <a:lnTo>
                    <a:pt x="6571602" y="29260"/>
                  </a:lnTo>
                  <a:lnTo>
                    <a:pt x="6624447" y="45199"/>
                  </a:lnTo>
                  <a:lnTo>
                    <a:pt x="6704711" y="77431"/>
                  </a:lnTo>
                  <a:lnTo>
                    <a:pt x="6764020" y="104863"/>
                  </a:lnTo>
                  <a:lnTo>
                    <a:pt x="6757378" y="119380"/>
                  </a:lnTo>
                  <a:lnTo>
                    <a:pt x="6883413" y="149199"/>
                  </a:lnTo>
                  <a:close/>
                </a:path>
                <a:path w="7061200" h="311150">
                  <a:moveTo>
                    <a:pt x="7061200" y="163512"/>
                  </a:moveTo>
                  <a:lnTo>
                    <a:pt x="7035787" y="138087"/>
                  </a:lnTo>
                  <a:lnTo>
                    <a:pt x="7025907" y="140106"/>
                  </a:lnTo>
                  <a:lnTo>
                    <a:pt x="7017575" y="145796"/>
                  </a:lnTo>
                  <a:lnTo>
                    <a:pt x="7012267" y="153949"/>
                  </a:lnTo>
                  <a:lnTo>
                    <a:pt x="7010400" y="163512"/>
                  </a:lnTo>
                  <a:lnTo>
                    <a:pt x="7010489" y="163982"/>
                  </a:lnTo>
                  <a:lnTo>
                    <a:pt x="7003326" y="167055"/>
                  </a:lnTo>
                  <a:lnTo>
                    <a:pt x="6984860" y="175907"/>
                  </a:lnTo>
                  <a:lnTo>
                    <a:pt x="6918846" y="208407"/>
                  </a:lnTo>
                  <a:lnTo>
                    <a:pt x="6893979" y="220306"/>
                  </a:lnTo>
                  <a:lnTo>
                    <a:pt x="6814388" y="254990"/>
                  </a:lnTo>
                  <a:lnTo>
                    <a:pt x="6760223" y="274116"/>
                  </a:lnTo>
                  <a:lnTo>
                    <a:pt x="6707327" y="287337"/>
                  </a:lnTo>
                  <a:lnTo>
                    <a:pt x="6707175" y="287337"/>
                  </a:lnTo>
                  <a:lnTo>
                    <a:pt x="6682676" y="290868"/>
                  </a:lnTo>
                  <a:lnTo>
                    <a:pt x="6659054" y="292100"/>
                  </a:lnTo>
                  <a:lnTo>
                    <a:pt x="6636309" y="290868"/>
                  </a:lnTo>
                  <a:lnTo>
                    <a:pt x="6635902" y="290868"/>
                  </a:lnTo>
                  <a:lnTo>
                    <a:pt x="6585610" y="281851"/>
                  </a:lnTo>
                  <a:lnTo>
                    <a:pt x="6532766" y="265899"/>
                  </a:lnTo>
                  <a:lnTo>
                    <a:pt x="6452502" y="233680"/>
                  </a:lnTo>
                  <a:lnTo>
                    <a:pt x="6393180" y="206248"/>
                  </a:lnTo>
                  <a:lnTo>
                    <a:pt x="6395631" y="200901"/>
                  </a:lnTo>
                  <a:lnTo>
                    <a:pt x="6399835" y="191731"/>
                  </a:lnTo>
                  <a:lnTo>
                    <a:pt x="6273812" y="161899"/>
                  </a:lnTo>
                  <a:lnTo>
                    <a:pt x="6378676" y="237921"/>
                  </a:lnTo>
                  <a:lnTo>
                    <a:pt x="6385242" y="223570"/>
                  </a:lnTo>
                  <a:lnTo>
                    <a:pt x="6445161" y="251256"/>
                  </a:lnTo>
                  <a:lnTo>
                    <a:pt x="6499339" y="273875"/>
                  </a:lnTo>
                  <a:lnTo>
                    <a:pt x="6554343" y="292976"/>
                  </a:lnTo>
                  <a:lnTo>
                    <a:pt x="6608458" y="306209"/>
                  </a:lnTo>
                  <a:lnTo>
                    <a:pt x="6660083" y="311111"/>
                  </a:lnTo>
                  <a:lnTo>
                    <a:pt x="6685407" y="309727"/>
                  </a:lnTo>
                  <a:lnTo>
                    <a:pt x="6738721" y="299935"/>
                  </a:lnTo>
                  <a:lnTo>
                    <a:pt x="6793979" y="282968"/>
                  </a:lnTo>
                  <a:lnTo>
                    <a:pt x="6876085" y="249529"/>
                  </a:lnTo>
                  <a:lnTo>
                    <a:pt x="6927228" y="225513"/>
                  </a:lnTo>
                  <a:lnTo>
                    <a:pt x="6993102" y="193078"/>
                  </a:lnTo>
                  <a:lnTo>
                    <a:pt x="7010832" y="184569"/>
                  </a:lnTo>
                  <a:lnTo>
                    <a:pt x="7017956" y="181508"/>
                  </a:lnTo>
                  <a:lnTo>
                    <a:pt x="7018109" y="181724"/>
                  </a:lnTo>
                  <a:lnTo>
                    <a:pt x="7026262" y="187032"/>
                  </a:lnTo>
                  <a:lnTo>
                    <a:pt x="7061111" y="163982"/>
                  </a:lnTo>
                  <a:lnTo>
                    <a:pt x="7061200" y="163512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2733675" y="2276476"/>
            <a:ext cx="5810250" cy="619125"/>
            <a:chOff x="1209675" y="2276475"/>
            <a:chExt cx="5810250" cy="619125"/>
          </a:xfrm>
        </p:grpSpPr>
        <p:sp>
          <p:nvSpPr>
            <p:cNvPr id="69" name="object 69"/>
            <p:cNvSpPr/>
            <p:nvPr/>
          </p:nvSpPr>
          <p:spPr>
            <a:xfrm>
              <a:off x="2133600" y="2286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133600" y="2286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438400" y="2286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438400" y="2286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743200" y="2286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743200" y="2286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870193" y="2290776"/>
              <a:ext cx="788035" cy="173355"/>
            </a:xfrm>
            <a:custGeom>
              <a:avLst/>
              <a:gdLst/>
              <a:ahLst/>
              <a:cxnLst/>
              <a:rect l="l" t="t" r="r" b="b"/>
              <a:pathLst>
                <a:path w="788035" h="173355">
                  <a:moveTo>
                    <a:pt x="25390" y="122217"/>
                  </a:moveTo>
                  <a:lnTo>
                    <a:pt x="15506" y="124232"/>
                  </a:lnTo>
                  <a:lnTo>
                    <a:pt x="7180" y="129924"/>
                  </a:lnTo>
                  <a:lnTo>
                    <a:pt x="1866" y="138083"/>
                  </a:lnTo>
                  <a:lnTo>
                    <a:pt x="97" y="147138"/>
                  </a:lnTo>
                  <a:lnTo>
                    <a:pt x="0" y="147640"/>
                  </a:lnTo>
                  <a:lnTo>
                    <a:pt x="25422" y="173030"/>
                  </a:lnTo>
                  <a:lnTo>
                    <a:pt x="35306" y="171015"/>
                  </a:lnTo>
                  <a:lnTo>
                    <a:pt x="43633" y="165324"/>
                  </a:lnTo>
                  <a:lnTo>
                    <a:pt x="48946" y="157164"/>
                  </a:lnTo>
                  <a:lnTo>
                    <a:pt x="49099" y="156378"/>
                  </a:lnTo>
                  <a:lnTo>
                    <a:pt x="29159" y="156378"/>
                  </a:lnTo>
                  <a:lnTo>
                    <a:pt x="21653" y="138869"/>
                  </a:lnTo>
                  <a:lnTo>
                    <a:pt x="43253" y="129611"/>
                  </a:lnTo>
                  <a:lnTo>
                    <a:pt x="43106" y="129397"/>
                  </a:lnTo>
                  <a:lnTo>
                    <a:pt x="34947" y="124083"/>
                  </a:lnTo>
                  <a:lnTo>
                    <a:pt x="25390" y="122217"/>
                  </a:lnTo>
                  <a:close/>
                </a:path>
                <a:path w="788035" h="173355">
                  <a:moveTo>
                    <a:pt x="43253" y="129611"/>
                  </a:moveTo>
                  <a:lnTo>
                    <a:pt x="21653" y="138869"/>
                  </a:lnTo>
                  <a:lnTo>
                    <a:pt x="29159" y="156378"/>
                  </a:lnTo>
                  <a:lnTo>
                    <a:pt x="50717" y="147138"/>
                  </a:lnTo>
                  <a:lnTo>
                    <a:pt x="48870" y="138083"/>
                  </a:lnTo>
                  <a:lnTo>
                    <a:pt x="48797" y="137725"/>
                  </a:lnTo>
                  <a:lnTo>
                    <a:pt x="43253" y="129611"/>
                  </a:lnTo>
                  <a:close/>
                </a:path>
                <a:path w="788035" h="173355">
                  <a:moveTo>
                    <a:pt x="50717" y="147138"/>
                  </a:moveTo>
                  <a:lnTo>
                    <a:pt x="29159" y="156378"/>
                  </a:lnTo>
                  <a:lnTo>
                    <a:pt x="49099" y="156378"/>
                  </a:lnTo>
                  <a:lnTo>
                    <a:pt x="50806" y="147640"/>
                  </a:lnTo>
                  <a:lnTo>
                    <a:pt x="50717" y="147138"/>
                  </a:lnTo>
                  <a:close/>
                </a:path>
                <a:path w="788035" h="173355">
                  <a:moveTo>
                    <a:pt x="668026" y="104867"/>
                  </a:moveTo>
                  <a:lnTo>
                    <a:pt x="661374" y="119379"/>
                  </a:lnTo>
                  <a:lnTo>
                    <a:pt x="787406" y="149211"/>
                  </a:lnTo>
                  <a:lnTo>
                    <a:pt x="733603" y="110213"/>
                  </a:lnTo>
                  <a:lnTo>
                    <a:pt x="679471" y="110213"/>
                  </a:lnTo>
                  <a:lnTo>
                    <a:pt x="668026" y="104867"/>
                  </a:lnTo>
                  <a:close/>
                </a:path>
                <a:path w="788035" h="173355">
                  <a:moveTo>
                    <a:pt x="401136" y="0"/>
                  </a:moveTo>
                  <a:lnTo>
                    <a:pt x="349510" y="5231"/>
                  </a:lnTo>
                  <a:lnTo>
                    <a:pt x="294692" y="19023"/>
                  </a:lnTo>
                  <a:lnTo>
                    <a:pt x="239397" y="38581"/>
                  </a:lnTo>
                  <a:lnTo>
                    <a:pt x="185128" y="61583"/>
                  </a:lnTo>
                  <a:lnTo>
                    <a:pt x="133981" y="85604"/>
                  </a:lnTo>
                  <a:lnTo>
                    <a:pt x="68114" y="118037"/>
                  </a:lnTo>
                  <a:lnTo>
                    <a:pt x="50387" y="126554"/>
                  </a:lnTo>
                  <a:lnTo>
                    <a:pt x="43253" y="129611"/>
                  </a:lnTo>
                  <a:lnTo>
                    <a:pt x="48797" y="137725"/>
                  </a:lnTo>
                  <a:lnTo>
                    <a:pt x="50717" y="147138"/>
                  </a:lnTo>
                  <a:lnTo>
                    <a:pt x="57891" y="144063"/>
                  </a:lnTo>
                  <a:lnTo>
                    <a:pt x="76356" y="135213"/>
                  </a:lnTo>
                  <a:lnTo>
                    <a:pt x="142362" y="102711"/>
                  </a:lnTo>
                  <a:lnTo>
                    <a:pt x="167237" y="90811"/>
                  </a:lnTo>
                  <a:lnTo>
                    <a:pt x="246831" y="56121"/>
                  </a:lnTo>
                  <a:lnTo>
                    <a:pt x="300987" y="37005"/>
                  </a:lnTo>
                  <a:lnTo>
                    <a:pt x="353597" y="23837"/>
                  </a:lnTo>
                  <a:lnTo>
                    <a:pt x="378299" y="20279"/>
                  </a:lnTo>
                  <a:lnTo>
                    <a:pt x="377874" y="20279"/>
                  </a:lnTo>
                  <a:lnTo>
                    <a:pt x="402152" y="19023"/>
                  </a:lnTo>
                  <a:lnTo>
                    <a:pt x="509581" y="19023"/>
                  </a:lnTo>
                  <a:lnTo>
                    <a:pt x="506866" y="18138"/>
                  </a:lnTo>
                  <a:lnTo>
                    <a:pt x="479599" y="10641"/>
                  </a:lnTo>
                  <a:lnTo>
                    <a:pt x="452755" y="4909"/>
                  </a:lnTo>
                  <a:lnTo>
                    <a:pt x="426522" y="1253"/>
                  </a:lnTo>
                  <a:lnTo>
                    <a:pt x="401136" y="0"/>
                  </a:lnTo>
                  <a:close/>
                </a:path>
                <a:path w="788035" h="173355">
                  <a:moveTo>
                    <a:pt x="675964" y="87549"/>
                  </a:moveTo>
                  <a:lnTo>
                    <a:pt x="668026" y="104867"/>
                  </a:lnTo>
                  <a:lnTo>
                    <a:pt x="679471" y="110213"/>
                  </a:lnTo>
                  <a:lnTo>
                    <a:pt x="687533" y="92952"/>
                  </a:lnTo>
                  <a:lnTo>
                    <a:pt x="675964" y="87549"/>
                  </a:lnTo>
                  <a:close/>
                </a:path>
                <a:path w="788035" h="173355">
                  <a:moveTo>
                    <a:pt x="682541" y="73201"/>
                  </a:moveTo>
                  <a:lnTo>
                    <a:pt x="675964" y="87549"/>
                  </a:lnTo>
                  <a:lnTo>
                    <a:pt x="687533" y="92952"/>
                  </a:lnTo>
                  <a:lnTo>
                    <a:pt x="679471" y="110213"/>
                  </a:lnTo>
                  <a:lnTo>
                    <a:pt x="733603" y="110213"/>
                  </a:lnTo>
                  <a:lnTo>
                    <a:pt x="682541" y="73201"/>
                  </a:lnTo>
                  <a:close/>
                </a:path>
                <a:path w="788035" h="173355">
                  <a:moveTo>
                    <a:pt x="509581" y="19023"/>
                  </a:moveTo>
                  <a:lnTo>
                    <a:pt x="402152" y="19023"/>
                  </a:lnTo>
                  <a:lnTo>
                    <a:pt x="425544" y="20279"/>
                  </a:lnTo>
                  <a:lnTo>
                    <a:pt x="450544" y="23837"/>
                  </a:lnTo>
                  <a:lnTo>
                    <a:pt x="450393" y="23837"/>
                  </a:lnTo>
                  <a:lnTo>
                    <a:pt x="475605" y="29268"/>
                  </a:lnTo>
                  <a:lnTo>
                    <a:pt x="501805" y="36503"/>
                  </a:lnTo>
                  <a:lnTo>
                    <a:pt x="528447" y="45212"/>
                  </a:lnTo>
                  <a:lnTo>
                    <a:pt x="555287" y="55115"/>
                  </a:lnTo>
                  <a:lnTo>
                    <a:pt x="608713" y="77435"/>
                  </a:lnTo>
                  <a:lnTo>
                    <a:pt x="668026" y="104867"/>
                  </a:lnTo>
                  <a:lnTo>
                    <a:pt x="675964" y="87549"/>
                  </a:lnTo>
                  <a:lnTo>
                    <a:pt x="616054" y="59856"/>
                  </a:lnTo>
                  <a:lnTo>
                    <a:pt x="561878" y="37242"/>
                  </a:lnTo>
                  <a:lnTo>
                    <a:pt x="534359" y="27101"/>
                  </a:lnTo>
                  <a:lnTo>
                    <a:pt x="509581" y="19023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657600" y="2286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657600" y="2286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962400" y="2286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962400" y="2286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267200" y="2286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267200" y="2286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394192" y="2290776"/>
              <a:ext cx="788035" cy="173355"/>
            </a:xfrm>
            <a:custGeom>
              <a:avLst/>
              <a:gdLst/>
              <a:ahLst/>
              <a:cxnLst/>
              <a:rect l="l" t="t" r="r" b="b"/>
              <a:pathLst>
                <a:path w="788035" h="173355">
                  <a:moveTo>
                    <a:pt x="25390" y="122217"/>
                  </a:moveTo>
                  <a:lnTo>
                    <a:pt x="15507" y="124232"/>
                  </a:lnTo>
                  <a:lnTo>
                    <a:pt x="7180" y="129924"/>
                  </a:lnTo>
                  <a:lnTo>
                    <a:pt x="1866" y="138083"/>
                  </a:lnTo>
                  <a:lnTo>
                    <a:pt x="97" y="147138"/>
                  </a:lnTo>
                  <a:lnTo>
                    <a:pt x="0" y="147640"/>
                  </a:lnTo>
                  <a:lnTo>
                    <a:pt x="1941" y="157164"/>
                  </a:lnTo>
                  <a:lnTo>
                    <a:pt x="2014" y="157523"/>
                  </a:lnTo>
                  <a:lnTo>
                    <a:pt x="7706" y="165850"/>
                  </a:lnTo>
                  <a:lnTo>
                    <a:pt x="15866" y="171164"/>
                  </a:lnTo>
                  <a:lnTo>
                    <a:pt x="25423" y="173030"/>
                  </a:lnTo>
                  <a:lnTo>
                    <a:pt x="35306" y="171015"/>
                  </a:lnTo>
                  <a:lnTo>
                    <a:pt x="43633" y="165324"/>
                  </a:lnTo>
                  <a:lnTo>
                    <a:pt x="48947" y="157164"/>
                  </a:lnTo>
                  <a:lnTo>
                    <a:pt x="49100" y="156378"/>
                  </a:lnTo>
                  <a:lnTo>
                    <a:pt x="29159" y="156378"/>
                  </a:lnTo>
                  <a:lnTo>
                    <a:pt x="21654" y="138869"/>
                  </a:lnTo>
                  <a:lnTo>
                    <a:pt x="43253" y="129612"/>
                  </a:lnTo>
                  <a:lnTo>
                    <a:pt x="43106" y="129397"/>
                  </a:lnTo>
                  <a:lnTo>
                    <a:pt x="34947" y="124083"/>
                  </a:lnTo>
                  <a:lnTo>
                    <a:pt x="25390" y="122217"/>
                  </a:lnTo>
                  <a:close/>
                </a:path>
                <a:path w="788035" h="173355">
                  <a:moveTo>
                    <a:pt x="43253" y="129612"/>
                  </a:moveTo>
                  <a:lnTo>
                    <a:pt x="21654" y="138869"/>
                  </a:lnTo>
                  <a:lnTo>
                    <a:pt x="29159" y="156378"/>
                  </a:lnTo>
                  <a:lnTo>
                    <a:pt x="50717" y="147138"/>
                  </a:lnTo>
                  <a:lnTo>
                    <a:pt x="48871" y="138083"/>
                  </a:lnTo>
                  <a:lnTo>
                    <a:pt x="48797" y="137725"/>
                  </a:lnTo>
                  <a:lnTo>
                    <a:pt x="43253" y="129612"/>
                  </a:lnTo>
                  <a:close/>
                </a:path>
                <a:path w="788035" h="173355">
                  <a:moveTo>
                    <a:pt x="50717" y="147138"/>
                  </a:moveTo>
                  <a:lnTo>
                    <a:pt x="29159" y="156378"/>
                  </a:lnTo>
                  <a:lnTo>
                    <a:pt x="49100" y="156378"/>
                  </a:lnTo>
                  <a:lnTo>
                    <a:pt x="50806" y="147640"/>
                  </a:lnTo>
                  <a:lnTo>
                    <a:pt x="50717" y="147138"/>
                  </a:lnTo>
                  <a:close/>
                </a:path>
                <a:path w="788035" h="173355">
                  <a:moveTo>
                    <a:pt x="668026" y="104866"/>
                  </a:moveTo>
                  <a:lnTo>
                    <a:pt x="661373" y="119379"/>
                  </a:lnTo>
                  <a:lnTo>
                    <a:pt x="787407" y="149211"/>
                  </a:lnTo>
                  <a:lnTo>
                    <a:pt x="733604" y="110213"/>
                  </a:lnTo>
                  <a:lnTo>
                    <a:pt x="679472" y="110213"/>
                  </a:lnTo>
                  <a:lnTo>
                    <a:pt x="668026" y="104866"/>
                  </a:lnTo>
                  <a:close/>
                </a:path>
                <a:path w="788035" h="173355">
                  <a:moveTo>
                    <a:pt x="401136" y="0"/>
                  </a:moveTo>
                  <a:lnTo>
                    <a:pt x="349511" y="5231"/>
                  </a:lnTo>
                  <a:lnTo>
                    <a:pt x="294693" y="19023"/>
                  </a:lnTo>
                  <a:lnTo>
                    <a:pt x="239398" y="38581"/>
                  </a:lnTo>
                  <a:lnTo>
                    <a:pt x="185128" y="61583"/>
                  </a:lnTo>
                  <a:lnTo>
                    <a:pt x="133981" y="85604"/>
                  </a:lnTo>
                  <a:lnTo>
                    <a:pt x="68114" y="118037"/>
                  </a:lnTo>
                  <a:lnTo>
                    <a:pt x="50388" y="126554"/>
                  </a:lnTo>
                  <a:lnTo>
                    <a:pt x="43253" y="129612"/>
                  </a:lnTo>
                  <a:lnTo>
                    <a:pt x="48797" y="137725"/>
                  </a:lnTo>
                  <a:lnTo>
                    <a:pt x="50717" y="147138"/>
                  </a:lnTo>
                  <a:lnTo>
                    <a:pt x="57892" y="144063"/>
                  </a:lnTo>
                  <a:lnTo>
                    <a:pt x="76355" y="135213"/>
                  </a:lnTo>
                  <a:lnTo>
                    <a:pt x="142362" y="102711"/>
                  </a:lnTo>
                  <a:lnTo>
                    <a:pt x="167238" y="90811"/>
                  </a:lnTo>
                  <a:lnTo>
                    <a:pt x="246831" y="56121"/>
                  </a:lnTo>
                  <a:lnTo>
                    <a:pt x="300986" y="37005"/>
                  </a:lnTo>
                  <a:lnTo>
                    <a:pt x="353597" y="23837"/>
                  </a:lnTo>
                  <a:lnTo>
                    <a:pt x="378300" y="20279"/>
                  </a:lnTo>
                  <a:lnTo>
                    <a:pt x="377875" y="20279"/>
                  </a:lnTo>
                  <a:lnTo>
                    <a:pt x="402152" y="19023"/>
                  </a:lnTo>
                  <a:lnTo>
                    <a:pt x="509581" y="19023"/>
                  </a:lnTo>
                  <a:lnTo>
                    <a:pt x="506866" y="18138"/>
                  </a:lnTo>
                  <a:lnTo>
                    <a:pt x="479599" y="10641"/>
                  </a:lnTo>
                  <a:lnTo>
                    <a:pt x="452755" y="4909"/>
                  </a:lnTo>
                  <a:lnTo>
                    <a:pt x="426522" y="1253"/>
                  </a:lnTo>
                  <a:lnTo>
                    <a:pt x="401136" y="0"/>
                  </a:lnTo>
                  <a:close/>
                </a:path>
                <a:path w="788035" h="173355">
                  <a:moveTo>
                    <a:pt x="675964" y="87549"/>
                  </a:moveTo>
                  <a:lnTo>
                    <a:pt x="668026" y="104866"/>
                  </a:lnTo>
                  <a:lnTo>
                    <a:pt x="679472" y="110213"/>
                  </a:lnTo>
                  <a:lnTo>
                    <a:pt x="687534" y="92952"/>
                  </a:lnTo>
                  <a:lnTo>
                    <a:pt x="675964" y="87549"/>
                  </a:lnTo>
                  <a:close/>
                </a:path>
                <a:path w="788035" h="173355">
                  <a:moveTo>
                    <a:pt x="682541" y="73201"/>
                  </a:moveTo>
                  <a:lnTo>
                    <a:pt x="675964" y="87549"/>
                  </a:lnTo>
                  <a:lnTo>
                    <a:pt x="687534" y="92952"/>
                  </a:lnTo>
                  <a:lnTo>
                    <a:pt x="679472" y="110213"/>
                  </a:lnTo>
                  <a:lnTo>
                    <a:pt x="733604" y="110213"/>
                  </a:lnTo>
                  <a:lnTo>
                    <a:pt x="682541" y="73201"/>
                  </a:lnTo>
                  <a:close/>
                </a:path>
                <a:path w="788035" h="173355">
                  <a:moveTo>
                    <a:pt x="509581" y="19023"/>
                  </a:moveTo>
                  <a:lnTo>
                    <a:pt x="402152" y="19023"/>
                  </a:lnTo>
                  <a:lnTo>
                    <a:pt x="425544" y="20279"/>
                  </a:lnTo>
                  <a:lnTo>
                    <a:pt x="450545" y="23837"/>
                  </a:lnTo>
                  <a:lnTo>
                    <a:pt x="450393" y="23837"/>
                  </a:lnTo>
                  <a:lnTo>
                    <a:pt x="475605" y="29268"/>
                  </a:lnTo>
                  <a:lnTo>
                    <a:pt x="501805" y="36503"/>
                  </a:lnTo>
                  <a:lnTo>
                    <a:pt x="528447" y="45212"/>
                  </a:lnTo>
                  <a:lnTo>
                    <a:pt x="555287" y="55115"/>
                  </a:lnTo>
                  <a:lnTo>
                    <a:pt x="608714" y="77435"/>
                  </a:lnTo>
                  <a:lnTo>
                    <a:pt x="668026" y="104866"/>
                  </a:lnTo>
                  <a:lnTo>
                    <a:pt x="675964" y="87549"/>
                  </a:lnTo>
                  <a:lnTo>
                    <a:pt x="616054" y="59856"/>
                  </a:lnTo>
                  <a:lnTo>
                    <a:pt x="561879" y="37242"/>
                  </a:lnTo>
                  <a:lnTo>
                    <a:pt x="534359" y="27101"/>
                  </a:lnTo>
                  <a:lnTo>
                    <a:pt x="509581" y="19023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181600" y="2286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181600" y="2286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486400" y="2286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486400" y="2286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791200" y="2286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791200" y="2286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048000" y="2428874"/>
              <a:ext cx="2311400" cy="173355"/>
            </a:xfrm>
            <a:custGeom>
              <a:avLst/>
              <a:gdLst/>
              <a:ahLst/>
              <a:cxnLst/>
              <a:rect l="l" t="t" r="r" b="b"/>
              <a:pathLst>
                <a:path w="2311400" h="173355">
                  <a:moveTo>
                    <a:pt x="787387" y="25425"/>
                  </a:moveTo>
                  <a:lnTo>
                    <a:pt x="761974" y="0"/>
                  </a:lnTo>
                  <a:lnTo>
                    <a:pt x="752094" y="2019"/>
                  </a:lnTo>
                  <a:lnTo>
                    <a:pt x="743762" y="7708"/>
                  </a:lnTo>
                  <a:lnTo>
                    <a:pt x="738454" y="15862"/>
                  </a:lnTo>
                  <a:lnTo>
                    <a:pt x="736587" y="25425"/>
                  </a:lnTo>
                  <a:lnTo>
                    <a:pt x="736676" y="25895"/>
                  </a:lnTo>
                  <a:lnTo>
                    <a:pt x="729513" y="28968"/>
                  </a:lnTo>
                  <a:lnTo>
                    <a:pt x="711047" y="37820"/>
                  </a:lnTo>
                  <a:lnTo>
                    <a:pt x="645033" y="70319"/>
                  </a:lnTo>
                  <a:lnTo>
                    <a:pt x="620166" y="82219"/>
                  </a:lnTo>
                  <a:lnTo>
                    <a:pt x="540575" y="116903"/>
                  </a:lnTo>
                  <a:lnTo>
                    <a:pt x="486410" y="136029"/>
                  </a:lnTo>
                  <a:lnTo>
                    <a:pt x="433514" y="149250"/>
                  </a:lnTo>
                  <a:lnTo>
                    <a:pt x="433362" y="149250"/>
                  </a:lnTo>
                  <a:lnTo>
                    <a:pt x="408863" y="152781"/>
                  </a:lnTo>
                  <a:lnTo>
                    <a:pt x="385241" y="154012"/>
                  </a:lnTo>
                  <a:lnTo>
                    <a:pt x="362496" y="152781"/>
                  </a:lnTo>
                  <a:lnTo>
                    <a:pt x="362102" y="152781"/>
                  </a:lnTo>
                  <a:lnTo>
                    <a:pt x="311797" y="143764"/>
                  </a:lnTo>
                  <a:lnTo>
                    <a:pt x="258953" y="127812"/>
                  </a:lnTo>
                  <a:lnTo>
                    <a:pt x="178689" y="95592"/>
                  </a:lnTo>
                  <a:lnTo>
                    <a:pt x="119367" y="68160"/>
                  </a:lnTo>
                  <a:lnTo>
                    <a:pt x="121818" y="62814"/>
                  </a:lnTo>
                  <a:lnTo>
                    <a:pt x="126022" y="53644"/>
                  </a:lnTo>
                  <a:lnTo>
                    <a:pt x="0" y="23812"/>
                  </a:lnTo>
                  <a:lnTo>
                    <a:pt x="104863" y="99834"/>
                  </a:lnTo>
                  <a:lnTo>
                    <a:pt x="111429" y="85483"/>
                  </a:lnTo>
                  <a:lnTo>
                    <a:pt x="171348" y="113169"/>
                  </a:lnTo>
                  <a:lnTo>
                    <a:pt x="225526" y="135788"/>
                  </a:lnTo>
                  <a:lnTo>
                    <a:pt x="280530" y="154889"/>
                  </a:lnTo>
                  <a:lnTo>
                    <a:pt x="334645" y="168122"/>
                  </a:lnTo>
                  <a:lnTo>
                    <a:pt x="386270" y="173024"/>
                  </a:lnTo>
                  <a:lnTo>
                    <a:pt x="411594" y="171640"/>
                  </a:lnTo>
                  <a:lnTo>
                    <a:pt x="464908" y="161848"/>
                  </a:lnTo>
                  <a:lnTo>
                    <a:pt x="520166" y="144881"/>
                  </a:lnTo>
                  <a:lnTo>
                    <a:pt x="602272" y="111442"/>
                  </a:lnTo>
                  <a:lnTo>
                    <a:pt x="653415" y="87426"/>
                  </a:lnTo>
                  <a:lnTo>
                    <a:pt x="719289" y="54991"/>
                  </a:lnTo>
                  <a:lnTo>
                    <a:pt x="737019" y="46482"/>
                  </a:lnTo>
                  <a:lnTo>
                    <a:pt x="744143" y="43421"/>
                  </a:lnTo>
                  <a:lnTo>
                    <a:pt x="744296" y="43637"/>
                  </a:lnTo>
                  <a:lnTo>
                    <a:pt x="752449" y="48945"/>
                  </a:lnTo>
                  <a:lnTo>
                    <a:pt x="787298" y="25895"/>
                  </a:lnTo>
                  <a:lnTo>
                    <a:pt x="787387" y="25425"/>
                  </a:lnTo>
                  <a:close/>
                </a:path>
                <a:path w="2311400" h="173355">
                  <a:moveTo>
                    <a:pt x="2311387" y="25425"/>
                  </a:moveTo>
                  <a:lnTo>
                    <a:pt x="2285974" y="0"/>
                  </a:lnTo>
                  <a:lnTo>
                    <a:pt x="2276094" y="2019"/>
                  </a:lnTo>
                  <a:lnTo>
                    <a:pt x="2267762" y="7708"/>
                  </a:lnTo>
                  <a:lnTo>
                    <a:pt x="2262454" y="15862"/>
                  </a:lnTo>
                  <a:lnTo>
                    <a:pt x="2260587" y="25425"/>
                  </a:lnTo>
                  <a:lnTo>
                    <a:pt x="2260676" y="25895"/>
                  </a:lnTo>
                  <a:lnTo>
                    <a:pt x="2253513" y="28968"/>
                  </a:lnTo>
                  <a:lnTo>
                    <a:pt x="2235047" y="37820"/>
                  </a:lnTo>
                  <a:lnTo>
                    <a:pt x="2169033" y="70319"/>
                  </a:lnTo>
                  <a:lnTo>
                    <a:pt x="2144166" y="82219"/>
                  </a:lnTo>
                  <a:lnTo>
                    <a:pt x="2064575" y="116903"/>
                  </a:lnTo>
                  <a:lnTo>
                    <a:pt x="2010410" y="136029"/>
                  </a:lnTo>
                  <a:lnTo>
                    <a:pt x="1957514" y="149250"/>
                  </a:lnTo>
                  <a:lnTo>
                    <a:pt x="1957362" y="149250"/>
                  </a:lnTo>
                  <a:lnTo>
                    <a:pt x="1932863" y="152781"/>
                  </a:lnTo>
                  <a:lnTo>
                    <a:pt x="1909241" y="154012"/>
                  </a:lnTo>
                  <a:lnTo>
                    <a:pt x="1886496" y="152781"/>
                  </a:lnTo>
                  <a:lnTo>
                    <a:pt x="1886102" y="152781"/>
                  </a:lnTo>
                  <a:lnTo>
                    <a:pt x="1835797" y="143764"/>
                  </a:lnTo>
                  <a:lnTo>
                    <a:pt x="1782953" y="127812"/>
                  </a:lnTo>
                  <a:lnTo>
                    <a:pt x="1702689" y="95592"/>
                  </a:lnTo>
                  <a:lnTo>
                    <a:pt x="1643367" y="68160"/>
                  </a:lnTo>
                  <a:lnTo>
                    <a:pt x="1645818" y="62814"/>
                  </a:lnTo>
                  <a:lnTo>
                    <a:pt x="1650022" y="53644"/>
                  </a:lnTo>
                  <a:lnTo>
                    <a:pt x="1524000" y="23812"/>
                  </a:lnTo>
                  <a:lnTo>
                    <a:pt x="1628863" y="99834"/>
                  </a:lnTo>
                  <a:lnTo>
                    <a:pt x="1635429" y="85483"/>
                  </a:lnTo>
                  <a:lnTo>
                    <a:pt x="1695348" y="113169"/>
                  </a:lnTo>
                  <a:lnTo>
                    <a:pt x="1749526" y="135788"/>
                  </a:lnTo>
                  <a:lnTo>
                    <a:pt x="1804530" y="154889"/>
                  </a:lnTo>
                  <a:lnTo>
                    <a:pt x="1858645" y="168122"/>
                  </a:lnTo>
                  <a:lnTo>
                    <a:pt x="1910270" y="173024"/>
                  </a:lnTo>
                  <a:lnTo>
                    <a:pt x="1935594" y="171640"/>
                  </a:lnTo>
                  <a:lnTo>
                    <a:pt x="1988908" y="161848"/>
                  </a:lnTo>
                  <a:lnTo>
                    <a:pt x="2044166" y="144881"/>
                  </a:lnTo>
                  <a:lnTo>
                    <a:pt x="2126272" y="111442"/>
                  </a:lnTo>
                  <a:lnTo>
                    <a:pt x="2177415" y="87426"/>
                  </a:lnTo>
                  <a:lnTo>
                    <a:pt x="2243290" y="54991"/>
                  </a:lnTo>
                  <a:lnTo>
                    <a:pt x="2261019" y="46482"/>
                  </a:lnTo>
                  <a:lnTo>
                    <a:pt x="2268143" y="43421"/>
                  </a:lnTo>
                  <a:lnTo>
                    <a:pt x="2268296" y="43637"/>
                  </a:lnTo>
                  <a:lnTo>
                    <a:pt x="2276449" y="48945"/>
                  </a:lnTo>
                  <a:lnTo>
                    <a:pt x="2311298" y="25895"/>
                  </a:lnTo>
                  <a:lnTo>
                    <a:pt x="2311387" y="25425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2520886" y="2413152"/>
              <a:ext cx="3194685" cy="482600"/>
            </a:xfrm>
            <a:custGeom>
              <a:avLst/>
              <a:gdLst/>
              <a:ahLst/>
              <a:cxnLst/>
              <a:rect l="l" t="t" r="r" b="b"/>
              <a:pathLst>
                <a:path w="3194685" h="482600">
                  <a:moveTo>
                    <a:pt x="155638" y="482447"/>
                  </a:moveTo>
                  <a:lnTo>
                    <a:pt x="111785" y="399770"/>
                  </a:lnTo>
                  <a:lnTo>
                    <a:pt x="94957" y="368033"/>
                  </a:lnTo>
                  <a:lnTo>
                    <a:pt x="82918" y="377863"/>
                  </a:lnTo>
                  <a:lnTo>
                    <a:pt x="44767" y="324129"/>
                  </a:lnTo>
                  <a:lnTo>
                    <a:pt x="24828" y="281686"/>
                  </a:lnTo>
                  <a:lnTo>
                    <a:pt x="19011" y="239483"/>
                  </a:lnTo>
                  <a:lnTo>
                    <a:pt x="19951" y="223469"/>
                  </a:lnTo>
                  <a:lnTo>
                    <a:pt x="29146" y="172110"/>
                  </a:lnTo>
                  <a:lnTo>
                    <a:pt x="49822" y="103492"/>
                  </a:lnTo>
                  <a:lnTo>
                    <a:pt x="60439" y="73050"/>
                  </a:lnTo>
                  <a:lnTo>
                    <a:pt x="65278" y="59207"/>
                  </a:lnTo>
                  <a:lnTo>
                    <a:pt x="67957" y="50507"/>
                  </a:lnTo>
                  <a:lnTo>
                    <a:pt x="68529" y="50507"/>
                  </a:lnTo>
                  <a:lnTo>
                    <a:pt x="77825" y="47612"/>
                  </a:lnTo>
                  <a:lnTo>
                    <a:pt x="85356" y="41440"/>
                  </a:lnTo>
                  <a:lnTo>
                    <a:pt x="90106" y="32550"/>
                  </a:lnTo>
                  <a:lnTo>
                    <a:pt x="91033" y="22504"/>
                  </a:lnTo>
                  <a:lnTo>
                    <a:pt x="88138" y="13208"/>
                  </a:lnTo>
                  <a:lnTo>
                    <a:pt x="81965" y="5676"/>
                  </a:lnTo>
                  <a:lnTo>
                    <a:pt x="73063" y="927"/>
                  </a:lnTo>
                  <a:lnTo>
                    <a:pt x="63017" y="0"/>
                  </a:lnTo>
                  <a:lnTo>
                    <a:pt x="53721" y="2895"/>
                  </a:lnTo>
                  <a:lnTo>
                    <a:pt x="46189" y="9067"/>
                  </a:lnTo>
                  <a:lnTo>
                    <a:pt x="41440" y="17957"/>
                  </a:lnTo>
                  <a:lnTo>
                    <a:pt x="40538" y="28054"/>
                  </a:lnTo>
                  <a:lnTo>
                    <a:pt x="43408" y="37299"/>
                  </a:lnTo>
                  <a:lnTo>
                    <a:pt x="49657" y="44919"/>
                  </a:lnTo>
                  <a:lnTo>
                    <a:pt x="50736" y="41694"/>
                  </a:lnTo>
                  <a:lnTo>
                    <a:pt x="49745" y="44919"/>
                  </a:lnTo>
                  <a:lnTo>
                    <a:pt x="47078" y="53594"/>
                  </a:lnTo>
                  <a:lnTo>
                    <a:pt x="37287" y="81470"/>
                  </a:lnTo>
                  <a:lnTo>
                    <a:pt x="31813" y="97256"/>
                  </a:lnTo>
                  <a:lnTo>
                    <a:pt x="10795" y="166992"/>
                  </a:lnTo>
                  <a:lnTo>
                    <a:pt x="1054" y="221056"/>
                  </a:lnTo>
                  <a:lnTo>
                    <a:pt x="0" y="238340"/>
                  </a:lnTo>
                  <a:lnTo>
                    <a:pt x="368" y="254533"/>
                  </a:lnTo>
                  <a:lnTo>
                    <a:pt x="12179" y="302133"/>
                  </a:lnTo>
                  <a:lnTo>
                    <a:pt x="48069" y="363893"/>
                  </a:lnTo>
                  <a:lnTo>
                    <a:pt x="68173" y="389915"/>
                  </a:lnTo>
                  <a:lnTo>
                    <a:pt x="55613" y="400177"/>
                  </a:lnTo>
                  <a:lnTo>
                    <a:pt x="155638" y="482447"/>
                  </a:lnTo>
                  <a:close/>
                </a:path>
                <a:path w="3194685" h="482600">
                  <a:moveTo>
                    <a:pt x="1676463" y="482447"/>
                  </a:moveTo>
                  <a:lnTo>
                    <a:pt x="1632610" y="399770"/>
                  </a:lnTo>
                  <a:lnTo>
                    <a:pt x="1615782" y="368033"/>
                  </a:lnTo>
                  <a:lnTo>
                    <a:pt x="1603743" y="377863"/>
                  </a:lnTo>
                  <a:lnTo>
                    <a:pt x="1565592" y="324129"/>
                  </a:lnTo>
                  <a:lnTo>
                    <a:pt x="1545653" y="281686"/>
                  </a:lnTo>
                  <a:lnTo>
                    <a:pt x="1539836" y="239483"/>
                  </a:lnTo>
                  <a:lnTo>
                    <a:pt x="1540776" y="223469"/>
                  </a:lnTo>
                  <a:lnTo>
                    <a:pt x="1549971" y="172110"/>
                  </a:lnTo>
                  <a:lnTo>
                    <a:pt x="1570647" y="103492"/>
                  </a:lnTo>
                  <a:lnTo>
                    <a:pt x="1581264" y="73050"/>
                  </a:lnTo>
                  <a:lnTo>
                    <a:pt x="1586103" y="59207"/>
                  </a:lnTo>
                  <a:lnTo>
                    <a:pt x="1588782" y="50507"/>
                  </a:lnTo>
                  <a:lnTo>
                    <a:pt x="1589354" y="50507"/>
                  </a:lnTo>
                  <a:lnTo>
                    <a:pt x="1598650" y="47612"/>
                  </a:lnTo>
                  <a:lnTo>
                    <a:pt x="1606181" y="41440"/>
                  </a:lnTo>
                  <a:lnTo>
                    <a:pt x="1610931" y="32550"/>
                  </a:lnTo>
                  <a:lnTo>
                    <a:pt x="1611858" y="22504"/>
                  </a:lnTo>
                  <a:lnTo>
                    <a:pt x="1608963" y="13208"/>
                  </a:lnTo>
                  <a:lnTo>
                    <a:pt x="1602790" y="5676"/>
                  </a:lnTo>
                  <a:lnTo>
                    <a:pt x="1593888" y="927"/>
                  </a:lnTo>
                  <a:lnTo>
                    <a:pt x="1583842" y="0"/>
                  </a:lnTo>
                  <a:lnTo>
                    <a:pt x="1574546" y="2895"/>
                  </a:lnTo>
                  <a:lnTo>
                    <a:pt x="1567014" y="9067"/>
                  </a:lnTo>
                  <a:lnTo>
                    <a:pt x="1562265" y="17957"/>
                  </a:lnTo>
                  <a:lnTo>
                    <a:pt x="1561363" y="28054"/>
                  </a:lnTo>
                  <a:lnTo>
                    <a:pt x="1564233" y="37299"/>
                  </a:lnTo>
                  <a:lnTo>
                    <a:pt x="1570482" y="44919"/>
                  </a:lnTo>
                  <a:lnTo>
                    <a:pt x="1571561" y="41694"/>
                  </a:lnTo>
                  <a:lnTo>
                    <a:pt x="1570570" y="44919"/>
                  </a:lnTo>
                  <a:lnTo>
                    <a:pt x="1567903" y="53594"/>
                  </a:lnTo>
                  <a:lnTo>
                    <a:pt x="1558112" y="81470"/>
                  </a:lnTo>
                  <a:lnTo>
                    <a:pt x="1552638" y="97256"/>
                  </a:lnTo>
                  <a:lnTo>
                    <a:pt x="1531620" y="166992"/>
                  </a:lnTo>
                  <a:lnTo>
                    <a:pt x="1521879" y="221056"/>
                  </a:lnTo>
                  <a:lnTo>
                    <a:pt x="1520825" y="238340"/>
                  </a:lnTo>
                  <a:lnTo>
                    <a:pt x="1521193" y="254533"/>
                  </a:lnTo>
                  <a:lnTo>
                    <a:pt x="1533004" y="302133"/>
                  </a:lnTo>
                  <a:lnTo>
                    <a:pt x="1568894" y="363893"/>
                  </a:lnTo>
                  <a:lnTo>
                    <a:pt x="1588998" y="389915"/>
                  </a:lnTo>
                  <a:lnTo>
                    <a:pt x="1576438" y="400177"/>
                  </a:lnTo>
                  <a:lnTo>
                    <a:pt x="1676463" y="482447"/>
                  </a:lnTo>
                  <a:close/>
                </a:path>
                <a:path w="3194685" h="482600">
                  <a:moveTo>
                    <a:pt x="3194113" y="482447"/>
                  </a:moveTo>
                  <a:lnTo>
                    <a:pt x="3150260" y="399770"/>
                  </a:lnTo>
                  <a:lnTo>
                    <a:pt x="3133433" y="368033"/>
                  </a:lnTo>
                  <a:lnTo>
                    <a:pt x="3121393" y="377863"/>
                  </a:lnTo>
                  <a:lnTo>
                    <a:pt x="3083242" y="324129"/>
                  </a:lnTo>
                  <a:lnTo>
                    <a:pt x="3063303" y="281686"/>
                  </a:lnTo>
                  <a:lnTo>
                    <a:pt x="3057487" y="239483"/>
                  </a:lnTo>
                  <a:lnTo>
                    <a:pt x="3058426" y="223469"/>
                  </a:lnTo>
                  <a:lnTo>
                    <a:pt x="3067621" y="172110"/>
                  </a:lnTo>
                  <a:lnTo>
                    <a:pt x="3088297" y="103492"/>
                  </a:lnTo>
                  <a:lnTo>
                    <a:pt x="3098914" y="73050"/>
                  </a:lnTo>
                  <a:lnTo>
                    <a:pt x="3103753" y="59207"/>
                  </a:lnTo>
                  <a:lnTo>
                    <a:pt x="3106432" y="50507"/>
                  </a:lnTo>
                  <a:lnTo>
                    <a:pt x="3107004" y="50507"/>
                  </a:lnTo>
                  <a:lnTo>
                    <a:pt x="3116300" y="47612"/>
                  </a:lnTo>
                  <a:lnTo>
                    <a:pt x="3123831" y="41440"/>
                  </a:lnTo>
                  <a:lnTo>
                    <a:pt x="3128581" y="32550"/>
                  </a:lnTo>
                  <a:lnTo>
                    <a:pt x="3129508" y="22504"/>
                  </a:lnTo>
                  <a:lnTo>
                    <a:pt x="3126613" y="13208"/>
                  </a:lnTo>
                  <a:lnTo>
                    <a:pt x="3120440" y="5676"/>
                  </a:lnTo>
                  <a:lnTo>
                    <a:pt x="3111538" y="927"/>
                  </a:lnTo>
                  <a:lnTo>
                    <a:pt x="3101492" y="0"/>
                  </a:lnTo>
                  <a:lnTo>
                    <a:pt x="3092196" y="2895"/>
                  </a:lnTo>
                  <a:lnTo>
                    <a:pt x="3084665" y="9067"/>
                  </a:lnTo>
                  <a:lnTo>
                    <a:pt x="3079915" y="17957"/>
                  </a:lnTo>
                  <a:lnTo>
                    <a:pt x="3079013" y="28054"/>
                  </a:lnTo>
                  <a:lnTo>
                    <a:pt x="3081883" y="37299"/>
                  </a:lnTo>
                  <a:lnTo>
                    <a:pt x="3088132" y="44919"/>
                  </a:lnTo>
                  <a:lnTo>
                    <a:pt x="3089211" y="41694"/>
                  </a:lnTo>
                  <a:lnTo>
                    <a:pt x="3088221" y="44919"/>
                  </a:lnTo>
                  <a:lnTo>
                    <a:pt x="3085554" y="53594"/>
                  </a:lnTo>
                  <a:lnTo>
                    <a:pt x="3075762" y="81470"/>
                  </a:lnTo>
                  <a:lnTo>
                    <a:pt x="3070288" y="97256"/>
                  </a:lnTo>
                  <a:lnTo>
                    <a:pt x="3049270" y="166992"/>
                  </a:lnTo>
                  <a:lnTo>
                    <a:pt x="3039529" y="221056"/>
                  </a:lnTo>
                  <a:lnTo>
                    <a:pt x="3038475" y="238340"/>
                  </a:lnTo>
                  <a:lnTo>
                    <a:pt x="3038843" y="254533"/>
                  </a:lnTo>
                  <a:lnTo>
                    <a:pt x="3050654" y="302133"/>
                  </a:lnTo>
                  <a:lnTo>
                    <a:pt x="3086544" y="363893"/>
                  </a:lnTo>
                  <a:lnTo>
                    <a:pt x="3106648" y="389915"/>
                  </a:lnTo>
                  <a:lnTo>
                    <a:pt x="3094088" y="400177"/>
                  </a:lnTo>
                  <a:lnTo>
                    <a:pt x="3194113" y="482447"/>
                  </a:lnTo>
                  <a:close/>
                </a:path>
              </a:pathLst>
            </a:custGeom>
            <a:solidFill>
              <a:srgbClr val="BE2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6705600" y="2286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705600" y="2286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219200" y="2286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219200" y="22860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346187" y="2276500"/>
              <a:ext cx="5537200" cy="311150"/>
            </a:xfrm>
            <a:custGeom>
              <a:avLst/>
              <a:gdLst/>
              <a:ahLst/>
              <a:cxnLst/>
              <a:rect l="l" t="t" r="r" b="b"/>
              <a:pathLst>
                <a:path w="5537200" h="311150">
                  <a:moveTo>
                    <a:pt x="787412" y="149199"/>
                  </a:moveTo>
                  <a:lnTo>
                    <a:pt x="733602" y="110210"/>
                  </a:lnTo>
                  <a:lnTo>
                    <a:pt x="682536" y="73190"/>
                  </a:lnTo>
                  <a:lnTo>
                    <a:pt x="675970" y="87541"/>
                  </a:lnTo>
                  <a:lnTo>
                    <a:pt x="616051" y="59855"/>
                  </a:lnTo>
                  <a:lnTo>
                    <a:pt x="561873" y="37236"/>
                  </a:lnTo>
                  <a:lnTo>
                    <a:pt x="509574" y="19011"/>
                  </a:lnTo>
                  <a:lnTo>
                    <a:pt x="452755" y="4902"/>
                  </a:lnTo>
                  <a:lnTo>
                    <a:pt x="401142" y="0"/>
                  </a:lnTo>
                  <a:lnTo>
                    <a:pt x="375805" y="1384"/>
                  </a:lnTo>
                  <a:lnTo>
                    <a:pt x="322491" y="11176"/>
                  </a:lnTo>
                  <a:lnTo>
                    <a:pt x="267233" y="28143"/>
                  </a:lnTo>
                  <a:lnTo>
                    <a:pt x="185127" y="61582"/>
                  </a:lnTo>
                  <a:lnTo>
                    <a:pt x="133985" y="85598"/>
                  </a:lnTo>
                  <a:lnTo>
                    <a:pt x="68110" y="118033"/>
                  </a:lnTo>
                  <a:lnTo>
                    <a:pt x="50393" y="126542"/>
                  </a:lnTo>
                  <a:lnTo>
                    <a:pt x="43256" y="129603"/>
                  </a:lnTo>
                  <a:lnTo>
                    <a:pt x="43103" y="129387"/>
                  </a:lnTo>
                  <a:lnTo>
                    <a:pt x="34950" y="124079"/>
                  </a:lnTo>
                  <a:lnTo>
                    <a:pt x="101" y="147129"/>
                  </a:lnTo>
                  <a:lnTo>
                    <a:pt x="0" y="147637"/>
                  </a:lnTo>
                  <a:lnTo>
                    <a:pt x="25425" y="173024"/>
                  </a:lnTo>
                  <a:lnTo>
                    <a:pt x="35306" y="171005"/>
                  </a:lnTo>
                  <a:lnTo>
                    <a:pt x="43637" y="165315"/>
                  </a:lnTo>
                  <a:lnTo>
                    <a:pt x="48945" y="157162"/>
                  </a:lnTo>
                  <a:lnTo>
                    <a:pt x="49098" y="156375"/>
                  </a:lnTo>
                  <a:lnTo>
                    <a:pt x="50812" y="147637"/>
                  </a:lnTo>
                  <a:lnTo>
                    <a:pt x="50711" y="147129"/>
                  </a:lnTo>
                  <a:lnTo>
                    <a:pt x="57886" y="144056"/>
                  </a:lnTo>
                  <a:lnTo>
                    <a:pt x="76352" y="135204"/>
                  </a:lnTo>
                  <a:lnTo>
                    <a:pt x="142367" y="102704"/>
                  </a:lnTo>
                  <a:lnTo>
                    <a:pt x="193103" y="78879"/>
                  </a:lnTo>
                  <a:lnTo>
                    <a:pt x="246837" y="56108"/>
                  </a:lnTo>
                  <a:lnTo>
                    <a:pt x="300990" y="36995"/>
                  </a:lnTo>
                  <a:lnTo>
                    <a:pt x="353593" y="23825"/>
                  </a:lnTo>
                  <a:lnTo>
                    <a:pt x="378294" y="20269"/>
                  </a:lnTo>
                  <a:lnTo>
                    <a:pt x="377875" y="20269"/>
                  </a:lnTo>
                  <a:lnTo>
                    <a:pt x="402158" y="19011"/>
                  </a:lnTo>
                  <a:lnTo>
                    <a:pt x="425538" y="20269"/>
                  </a:lnTo>
                  <a:lnTo>
                    <a:pt x="450545" y="23825"/>
                  </a:lnTo>
                  <a:lnTo>
                    <a:pt x="450392" y="23825"/>
                  </a:lnTo>
                  <a:lnTo>
                    <a:pt x="475602" y="29260"/>
                  </a:lnTo>
                  <a:lnTo>
                    <a:pt x="528447" y="45212"/>
                  </a:lnTo>
                  <a:lnTo>
                    <a:pt x="608711" y="77431"/>
                  </a:lnTo>
                  <a:lnTo>
                    <a:pt x="668032" y="104863"/>
                  </a:lnTo>
                  <a:lnTo>
                    <a:pt x="661377" y="119380"/>
                  </a:lnTo>
                  <a:lnTo>
                    <a:pt x="787412" y="149199"/>
                  </a:lnTo>
                  <a:close/>
                </a:path>
                <a:path w="5537200" h="311150">
                  <a:moveTo>
                    <a:pt x="965200" y="163512"/>
                  </a:moveTo>
                  <a:lnTo>
                    <a:pt x="939787" y="138087"/>
                  </a:lnTo>
                  <a:lnTo>
                    <a:pt x="929906" y="140106"/>
                  </a:lnTo>
                  <a:lnTo>
                    <a:pt x="921575" y="145796"/>
                  </a:lnTo>
                  <a:lnTo>
                    <a:pt x="916266" y="153949"/>
                  </a:lnTo>
                  <a:lnTo>
                    <a:pt x="914400" y="163512"/>
                  </a:lnTo>
                  <a:lnTo>
                    <a:pt x="914501" y="163982"/>
                  </a:lnTo>
                  <a:lnTo>
                    <a:pt x="907326" y="167055"/>
                  </a:lnTo>
                  <a:lnTo>
                    <a:pt x="888860" y="175907"/>
                  </a:lnTo>
                  <a:lnTo>
                    <a:pt x="822845" y="208407"/>
                  </a:lnTo>
                  <a:lnTo>
                    <a:pt x="797979" y="220306"/>
                  </a:lnTo>
                  <a:lnTo>
                    <a:pt x="718388" y="254990"/>
                  </a:lnTo>
                  <a:lnTo>
                    <a:pt x="664222" y="274116"/>
                  </a:lnTo>
                  <a:lnTo>
                    <a:pt x="611327" y="287337"/>
                  </a:lnTo>
                  <a:lnTo>
                    <a:pt x="611174" y="287337"/>
                  </a:lnTo>
                  <a:lnTo>
                    <a:pt x="586676" y="290868"/>
                  </a:lnTo>
                  <a:lnTo>
                    <a:pt x="563054" y="292100"/>
                  </a:lnTo>
                  <a:lnTo>
                    <a:pt x="540308" y="290868"/>
                  </a:lnTo>
                  <a:lnTo>
                    <a:pt x="539915" y="290868"/>
                  </a:lnTo>
                  <a:lnTo>
                    <a:pt x="489610" y="281851"/>
                  </a:lnTo>
                  <a:lnTo>
                    <a:pt x="436765" y="265899"/>
                  </a:lnTo>
                  <a:lnTo>
                    <a:pt x="356501" y="233680"/>
                  </a:lnTo>
                  <a:lnTo>
                    <a:pt x="297180" y="206248"/>
                  </a:lnTo>
                  <a:lnTo>
                    <a:pt x="299631" y="200901"/>
                  </a:lnTo>
                  <a:lnTo>
                    <a:pt x="303834" y="191731"/>
                  </a:lnTo>
                  <a:lnTo>
                    <a:pt x="177812" y="161899"/>
                  </a:lnTo>
                  <a:lnTo>
                    <a:pt x="282676" y="237921"/>
                  </a:lnTo>
                  <a:lnTo>
                    <a:pt x="289242" y="223570"/>
                  </a:lnTo>
                  <a:lnTo>
                    <a:pt x="349161" y="251256"/>
                  </a:lnTo>
                  <a:lnTo>
                    <a:pt x="403339" y="273875"/>
                  </a:lnTo>
                  <a:lnTo>
                    <a:pt x="458343" y="292976"/>
                  </a:lnTo>
                  <a:lnTo>
                    <a:pt x="512457" y="306209"/>
                  </a:lnTo>
                  <a:lnTo>
                    <a:pt x="564083" y="311111"/>
                  </a:lnTo>
                  <a:lnTo>
                    <a:pt x="589407" y="309727"/>
                  </a:lnTo>
                  <a:lnTo>
                    <a:pt x="642721" y="299935"/>
                  </a:lnTo>
                  <a:lnTo>
                    <a:pt x="697979" y="282968"/>
                  </a:lnTo>
                  <a:lnTo>
                    <a:pt x="780084" y="249529"/>
                  </a:lnTo>
                  <a:lnTo>
                    <a:pt x="831227" y="225513"/>
                  </a:lnTo>
                  <a:lnTo>
                    <a:pt x="897102" y="193078"/>
                  </a:lnTo>
                  <a:lnTo>
                    <a:pt x="914831" y="184569"/>
                  </a:lnTo>
                  <a:lnTo>
                    <a:pt x="921956" y="181508"/>
                  </a:lnTo>
                  <a:lnTo>
                    <a:pt x="922108" y="181724"/>
                  </a:lnTo>
                  <a:lnTo>
                    <a:pt x="930262" y="187032"/>
                  </a:lnTo>
                  <a:lnTo>
                    <a:pt x="965111" y="163982"/>
                  </a:lnTo>
                  <a:lnTo>
                    <a:pt x="965200" y="163512"/>
                  </a:lnTo>
                  <a:close/>
                </a:path>
                <a:path w="5537200" h="311150">
                  <a:moveTo>
                    <a:pt x="5359412" y="149199"/>
                  </a:moveTo>
                  <a:lnTo>
                    <a:pt x="5305603" y="110210"/>
                  </a:lnTo>
                  <a:lnTo>
                    <a:pt x="5254536" y="73190"/>
                  </a:lnTo>
                  <a:lnTo>
                    <a:pt x="5247970" y="87541"/>
                  </a:lnTo>
                  <a:lnTo>
                    <a:pt x="5188051" y="59855"/>
                  </a:lnTo>
                  <a:lnTo>
                    <a:pt x="5133873" y="37236"/>
                  </a:lnTo>
                  <a:lnTo>
                    <a:pt x="5081575" y="19011"/>
                  </a:lnTo>
                  <a:lnTo>
                    <a:pt x="5024755" y="4902"/>
                  </a:lnTo>
                  <a:lnTo>
                    <a:pt x="4973142" y="0"/>
                  </a:lnTo>
                  <a:lnTo>
                    <a:pt x="4947805" y="1384"/>
                  </a:lnTo>
                  <a:lnTo>
                    <a:pt x="4894491" y="11176"/>
                  </a:lnTo>
                  <a:lnTo>
                    <a:pt x="4839233" y="28143"/>
                  </a:lnTo>
                  <a:lnTo>
                    <a:pt x="4757128" y="61582"/>
                  </a:lnTo>
                  <a:lnTo>
                    <a:pt x="4705985" y="85598"/>
                  </a:lnTo>
                  <a:lnTo>
                    <a:pt x="4640110" y="118033"/>
                  </a:lnTo>
                  <a:lnTo>
                    <a:pt x="4622393" y="126542"/>
                  </a:lnTo>
                  <a:lnTo>
                    <a:pt x="4615256" y="129603"/>
                  </a:lnTo>
                  <a:lnTo>
                    <a:pt x="4615104" y="129387"/>
                  </a:lnTo>
                  <a:lnTo>
                    <a:pt x="4606950" y="124079"/>
                  </a:lnTo>
                  <a:lnTo>
                    <a:pt x="4572101" y="147129"/>
                  </a:lnTo>
                  <a:lnTo>
                    <a:pt x="4572000" y="147637"/>
                  </a:lnTo>
                  <a:lnTo>
                    <a:pt x="4597425" y="173024"/>
                  </a:lnTo>
                  <a:lnTo>
                    <a:pt x="4607306" y="171005"/>
                  </a:lnTo>
                  <a:lnTo>
                    <a:pt x="4615637" y="165315"/>
                  </a:lnTo>
                  <a:lnTo>
                    <a:pt x="4620946" y="157162"/>
                  </a:lnTo>
                  <a:lnTo>
                    <a:pt x="4621098" y="156375"/>
                  </a:lnTo>
                  <a:lnTo>
                    <a:pt x="4622800" y="147637"/>
                  </a:lnTo>
                  <a:lnTo>
                    <a:pt x="4622711" y="147129"/>
                  </a:lnTo>
                  <a:lnTo>
                    <a:pt x="4629886" y="144056"/>
                  </a:lnTo>
                  <a:lnTo>
                    <a:pt x="4648352" y="135204"/>
                  </a:lnTo>
                  <a:lnTo>
                    <a:pt x="4714367" y="102704"/>
                  </a:lnTo>
                  <a:lnTo>
                    <a:pt x="4765103" y="78879"/>
                  </a:lnTo>
                  <a:lnTo>
                    <a:pt x="4818837" y="56108"/>
                  </a:lnTo>
                  <a:lnTo>
                    <a:pt x="4872990" y="36995"/>
                  </a:lnTo>
                  <a:lnTo>
                    <a:pt x="4925593" y="23825"/>
                  </a:lnTo>
                  <a:lnTo>
                    <a:pt x="4950295" y="20269"/>
                  </a:lnTo>
                  <a:lnTo>
                    <a:pt x="4949876" y="20269"/>
                  </a:lnTo>
                  <a:lnTo>
                    <a:pt x="4974158" y="19011"/>
                  </a:lnTo>
                  <a:lnTo>
                    <a:pt x="4997539" y="20269"/>
                  </a:lnTo>
                  <a:lnTo>
                    <a:pt x="5022545" y="23825"/>
                  </a:lnTo>
                  <a:lnTo>
                    <a:pt x="5022393" y="23825"/>
                  </a:lnTo>
                  <a:lnTo>
                    <a:pt x="5047602" y="29260"/>
                  </a:lnTo>
                  <a:lnTo>
                    <a:pt x="5100447" y="45212"/>
                  </a:lnTo>
                  <a:lnTo>
                    <a:pt x="5180711" y="77431"/>
                  </a:lnTo>
                  <a:lnTo>
                    <a:pt x="5240020" y="104863"/>
                  </a:lnTo>
                  <a:lnTo>
                    <a:pt x="5233378" y="119380"/>
                  </a:lnTo>
                  <a:lnTo>
                    <a:pt x="5359412" y="149199"/>
                  </a:lnTo>
                  <a:close/>
                </a:path>
                <a:path w="5537200" h="311150">
                  <a:moveTo>
                    <a:pt x="5537200" y="163512"/>
                  </a:moveTo>
                  <a:lnTo>
                    <a:pt x="5511787" y="138087"/>
                  </a:lnTo>
                  <a:lnTo>
                    <a:pt x="5501906" y="140106"/>
                  </a:lnTo>
                  <a:lnTo>
                    <a:pt x="5493575" y="145796"/>
                  </a:lnTo>
                  <a:lnTo>
                    <a:pt x="5488267" y="153949"/>
                  </a:lnTo>
                  <a:lnTo>
                    <a:pt x="5486400" y="163512"/>
                  </a:lnTo>
                  <a:lnTo>
                    <a:pt x="5486489" y="163982"/>
                  </a:lnTo>
                  <a:lnTo>
                    <a:pt x="5479326" y="167055"/>
                  </a:lnTo>
                  <a:lnTo>
                    <a:pt x="5460860" y="175907"/>
                  </a:lnTo>
                  <a:lnTo>
                    <a:pt x="5394845" y="208407"/>
                  </a:lnTo>
                  <a:lnTo>
                    <a:pt x="5369979" y="220306"/>
                  </a:lnTo>
                  <a:lnTo>
                    <a:pt x="5290388" y="254990"/>
                  </a:lnTo>
                  <a:lnTo>
                    <a:pt x="5236222" y="274116"/>
                  </a:lnTo>
                  <a:lnTo>
                    <a:pt x="5183327" y="287337"/>
                  </a:lnTo>
                  <a:lnTo>
                    <a:pt x="5183175" y="287337"/>
                  </a:lnTo>
                  <a:lnTo>
                    <a:pt x="5158676" y="290868"/>
                  </a:lnTo>
                  <a:lnTo>
                    <a:pt x="5135054" y="292100"/>
                  </a:lnTo>
                  <a:lnTo>
                    <a:pt x="5112309" y="290868"/>
                  </a:lnTo>
                  <a:lnTo>
                    <a:pt x="5111915" y="290868"/>
                  </a:lnTo>
                  <a:lnTo>
                    <a:pt x="5061610" y="281851"/>
                  </a:lnTo>
                  <a:lnTo>
                    <a:pt x="5008765" y="265899"/>
                  </a:lnTo>
                  <a:lnTo>
                    <a:pt x="4928501" y="233680"/>
                  </a:lnTo>
                  <a:lnTo>
                    <a:pt x="4869180" y="206248"/>
                  </a:lnTo>
                  <a:lnTo>
                    <a:pt x="4871631" y="200901"/>
                  </a:lnTo>
                  <a:lnTo>
                    <a:pt x="4875835" y="191731"/>
                  </a:lnTo>
                  <a:lnTo>
                    <a:pt x="4749812" y="161899"/>
                  </a:lnTo>
                  <a:lnTo>
                    <a:pt x="4854676" y="237921"/>
                  </a:lnTo>
                  <a:lnTo>
                    <a:pt x="4861242" y="223570"/>
                  </a:lnTo>
                  <a:lnTo>
                    <a:pt x="4921161" y="251256"/>
                  </a:lnTo>
                  <a:lnTo>
                    <a:pt x="4975339" y="273875"/>
                  </a:lnTo>
                  <a:lnTo>
                    <a:pt x="5030343" y="292976"/>
                  </a:lnTo>
                  <a:lnTo>
                    <a:pt x="5084457" y="306209"/>
                  </a:lnTo>
                  <a:lnTo>
                    <a:pt x="5136083" y="311111"/>
                  </a:lnTo>
                  <a:lnTo>
                    <a:pt x="5161407" y="309727"/>
                  </a:lnTo>
                  <a:lnTo>
                    <a:pt x="5214721" y="299935"/>
                  </a:lnTo>
                  <a:lnTo>
                    <a:pt x="5269979" y="282968"/>
                  </a:lnTo>
                  <a:lnTo>
                    <a:pt x="5352085" y="249529"/>
                  </a:lnTo>
                  <a:lnTo>
                    <a:pt x="5403227" y="225513"/>
                  </a:lnTo>
                  <a:lnTo>
                    <a:pt x="5469102" y="193078"/>
                  </a:lnTo>
                  <a:lnTo>
                    <a:pt x="5486832" y="184569"/>
                  </a:lnTo>
                  <a:lnTo>
                    <a:pt x="5493956" y="181508"/>
                  </a:lnTo>
                  <a:lnTo>
                    <a:pt x="5494109" y="181724"/>
                  </a:lnTo>
                  <a:lnTo>
                    <a:pt x="5502262" y="187032"/>
                  </a:lnTo>
                  <a:lnTo>
                    <a:pt x="5537111" y="163982"/>
                  </a:lnTo>
                  <a:lnTo>
                    <a:pt x="5537200" y="163512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4270375" y="4071620"/>
            <a:ext cx="1731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537970" algn="l"/>
              </a:tabLst>
            </a:pPr>
            <a:r>
              <a:rPr sz="2400" spc="-50" dirty="0">
                <a:solidFill>
                  <a:srgbClr val="BE2D00"/>
                </a:solidFill>
                <a:latin typeface="Tahoma"/>
                <a:cs typeface="Tahoma"/>
              </a:rPr>
              <a:t>A</a:t>
            </a:r>
            <a:r>
              <a:rPr sz="2400" dirty="0">
                <a:solidFill>
                  <a:srgbClr val="BE2D00"/>
                </a:solidFill>
                <a:latin typeface="Tahoma"/>
                <a:cs typeface="Tahoma"/>
              </a:rPr>
              <a:t>	</a:t>
            </a:r>
            <a:r>
              <a:rPr sz="2400" spc="-50" dirty="0">
                <a:solidFill>
                  <a:srgbClr val="BE2D00"/>
                </a:solidFill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8842376" y="4071620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BE2D00"/>
                </a:solidFill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2440940" y="1632203"/>
            <a:ext cx="6106795" cy="199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105"/>
              </a:lnSpc>
              <a:spcBef>
                <a:spcPts val="100"/>
              </a:spcBef>
              <a:buSzPct val="60000"/>
              <a:buFont typeface="Arial"/>
              <a:buChar char="□"/>
              <a:tabLst>
                <a:tab pos="354965" algn="l"/>
              </a:tabLst>
            </a:pP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Insert</a:t>
            </a:r>
            <a:r>
              <a:rPr sz="2000" spc="-1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new</a:t>
            </a: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node,</a:t>
            </a:r>
            <a:r>
              <a:rPr sz="20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q,</a:t>
            </a:r>
            <a:r>
              <a:rPr sz="20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between</a:t>
            </a:r>
            <a:r>
              <a:rPr sz="20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p</a:t>
            </a:r>
            <a:r>
              <a:rPr sz="20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and</a:t>
            </a:r>
            <a:r>
              <a:rPr sz="20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its</a:t>
            </a:r>
            <a:r>
              <a:rPr sz="20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successor.</a:t>
            </a:r>
            <a:endParaRPr sz="2000">
              <a:latin typeface="Tahoma"/>
              <a:cs typeface="Tahoma"/>
            </a:endParaRPr>
          </a:p>
          <a:p>
            <a:pPr marL="3144520">
              <a:lnSpc>
                <a:spcPts val="2585"/>
              </a:lnSpc>
            </a:pPr>
            <a:r>
              <a:rPr sz="2400" spc="-50" dirty="0">
                <a:solidFill>
                  <a:srgbClr val="40458C"/>
                </a:solidFill>
                <a:latin typeface="Tahoma"/>
                <a:cs typeface="Tahoma"/>
              </a:rPr>
              <a:t>p</a:t>
            </a:r>
            <a:endParaRPr sz="2400">
              <a:latin typeface="Tahoma"/>
              <a:cs typeface="Tahoma"/>
            </a:endParaRPr>
          </a:p>
          <a:p>
            <a:pPr>
              <a:spcBef>
                <a:spcPts val="819"/>
              </a:spcBef>
            </a:pPr>
            <a:endParaRPr sz="2400">
              <a:latin typeface="Tahoma"/>
              <a:cs typeface="Tahoma"/>
            </a:endParaRPr>
          </a:p>
          <a:p>
            <a:pPr marL="1842135">
              <a:tabLst>
                <a:tab pos="3367404" algn="l"/>
                <a:tab pos="4889500" algn="l"/>
              </a:tabLst>
            </a:pPr>
            <a:r>
              <a:rPr sz="2400" spc="-50" dirty="0">
                <a:solidFill>
                  <a:srgbClr val="BE2D00"/>
                </a:solidFill>
                <a:latin typeface="Tahoma"/>
                <a:cs typeface="Tahoma"/>
              </a:rPr>
              <a:t>A</a:t>
            </a:r>
            <a:r>
              <a:rPr sz="2400" dirty="0">
                <a:solidFill>
                  <a:srgbClr val="BE2D00"/>
                </a:solidFill>
                <a:latin typeface="Tahoma"/>
                <a:cs typeface="Tahoma"/>
              </a:rPr>
              <a:t>	</a:t>
            </a:r>
            <a:r>
              <a:rPr sz="2400" spc="-50" dirty="0">
                <a:solidFill>
                  <a:srgbClr val="BE2D00"/>
                </a:solidFill>
                <a:latin typeface="Tahoma"/>
                <a:cs typeface="Tahoma"/>
              </a:rPr>
              <a:t>B</a:t>
            </a:r>
            <a:r>
              <a:rPr sz="2400" dirty="0">
                <a:solidFill>
                  <a:srgbClr val="BE2D00"/>
                </a:solidFill>
                <a:latin typeface="Tahoma"/>
                <a:cs typeface="Tahoma"/>
              </a:rPr>
              <a:t>	</a:t>
            </a:r>
            <a:r>
              <a:rPr sz="2400" spc="-50" dirty="0">
                <a:solidFill>
                  <a:srgbClr val="BE2D00"/>
                </a:solidFill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  <a:p>
            <a:pPr marL="3144520">
              <a:spcBef>
                <a:spcPts val="1320"/>
              </a:spcBef>
            </a:pPr>
            <a:r>
              <a:rPr sz="2400" spc="-50" dirty="0">
                <a:solidFill>
                  <a:srgbClr val="40458C"/>
                </a:solidFill>
                <a:latin typeface="Tahoma"/>
                <a:cs typeface="Tahoma"/>
              </a:rPr>
              <a:t>p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5943600" y="3962400"/>
            <a:ext cx="2438400" cy="914400"/>
            <a:chOff x="4419600" y="3962400"/>
            <a:chExt cx="2438400" cy="914400"/>
          </a:xfrm>
        </p:grpSpPr>
        <p:sp>
          <p:nvSpPr>
            <p:cNvPr id="100" name="object 100"/>
            <p:cNvSpPr/>
            <p:nvPr/>
          </p:nvSpPr>
          <p:spPr>
            <a:xfrm>
              <a:off x="5181600" y="4267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5181600" y="4267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486400" y="4267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5486400" y="4267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791200" y="4267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791200" y="4267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561782" y="4394391"/>
              <a:ext cx="147320" cy="482600"/>
            </a:xfrm>
            <a:custGeom>
              <a:avLst/>
              <a:gdLst/>
              <a:ahLst/>
              <a:cxnLst/>
              <a:rect l="l" t="t" r="r" b="b"/>
              <a:pathLst>
                <a:path w="147320" h="482600">
                  <a:moveTo>
                    <a:pt x="62296" y="387217"/>
                  </a:moveTo>
                  <a:lnTo>
                    <a:pt x="49444" y="397068"/>
                  </a:lnTo>
                  <a:lnTo>
                    <a:pt x="146867" y="482408"/>
                  </a:lnTo>
                  <a:lnTo>
                    <a:pt x="105059" y="397302"/>
                  </a:lnTo>
                  <a:lnTo>
                    <a:pt x="69630" y="397302"/>
                  </a:lnTo>
                  <a:lnTo>
                    <a:pt x="62296" y="387217"/>
                  </a:lnTo>
                  <a:close/>
                </a:path>
                <a:path w="147320" h="482600">
                  <a:moveTo>
                    <a:pt x="77405" y="375635"/>
                  </a:moveTo>
                  <a:lnTo>
                    <a:pt x="62296" y="387217"/>
                  </a:lnTo>
                  <a:lnTo>
                    <a:pt x="69630" y="397302"/>
                  </a:lnTo>
                  <a:lnTo>
                    <a:pt x="85029" y="386086"/>
                  </a:lnTo>
                  <a:lnTo>
                    <a:pt x="77405" y="375635"/>
                  </a:lnTo>
                  <a:close/>
                </a:path>
                <a:path w="147320" h="482600">
                  <a:moveTo>
                    <a:pt x="89762" y="366163"/>
                  </a:moveTo>
                  <a:lnTo>
                    <a:pt x="77405" y="375635"/>
                  </a:lnTo>
                  <a:lnTo>
                    <a:pt x="85029" y="386086"/>
                  </a:lnTo>
                  <a:lnTo>
                    <a:pt x="69630" y="397302"/>
                  </a:lnTo>
                  <a:lnTo>
                    <a:pt x="105059" y="397302"/>
                  </a:lnTo>
                  <a:lnTo>
                    <a:pt x="89762" y="366163"/>
                  </a:lnTo>
                  <a:close/>
                </a:path>
                <a:path w="147320" h="482600">
                  <a:moveTo>
                    <a:pt x="46711" y="45142"/>
                  </a:moveTo>
                  <a:lnTo>
                    <a:pt x="44231" y="53703"/>
                  </a:lnTo>
                  <a:lnTo>
                    <a:pt x="35025" y="81592"/>
                  </a:lnTo>
                  <a:lnTo>
                    <a:pt x="29884" y="97385"/>
                  </a:lnTo>
                  <a:lnTo>
                    <a:pt x="10128" y="167095"/>
                  </a:lnTo>
                  <a:lnTo>
                    <a:pt x="989" y="221083"/>
                  </a:lnTo>
                  <a:lnTo>
                    <a:pt x="0" y="238332"/>
                  </a:lnTo>
                  <a:lnTo>
                    <a:pt x="344" y="254499"/>
                  </a:lnTo>
                  <a:lnTo>
                    <a:pt x="354" y="254940"/>
                  </a:lnTo>
                  <a:lnTo>
                    <a:pt x="11426" y="301916"/>
                  </a:lnTo>
                  <a:lnTo>
                    <a:pt x="45133" y="363617"/>
                  </a:lnTo>
                  <a:lnTo>
                    <a:pt x="62296" y="387217"/>
                  </a:lnTo>
                  <a:lnTo>
                    <a:pt x="77405" y="375635"/>
                  </a:lnTo>
                  <a:lnTo>
                    <a:pt x="61356" y="353630"/>
                  </a:lnTo>
                  <a:lnTo>
                    <a:pt x="43267" y="324298"/>
                  </a:lnTo>
                  <a:lnTo>
                    <a:pt x="24502" y="281772"/>
                  </a:lnTo>
                  <a:lnTo>
                    <a:pt x="19455" y="254940"/>
                  </a:lnTo>
                  <a:lnTo>
                    <a:pt x="19399" y="254499"/>
                  </a:lnTo>
                  <a:lnTo>
                    <a:pt x="21865" y="206774"/>
                  </a:lnTo>
                  <a:lnTo>
                    <a:pt x="37722" y="136875"/>
                  </a:lnTo>
                  <a:lnTo>
                    <a:pt x="53111" y="87575"/>
                  </a:lnTo>
                  <a:lnTo>
                    <a:pt x="57986" y="72833"/>
                  </a:lnTo>
                  <a:lnTo>
                    <a:pt x="62529" y="59003"/>
                  </a:lnTo>
                  <a:lnTo>
                    <a:pt x="65016" y="50416"/>
                  </a:lnTo>
                  <a:lnTo>
                    <a:pt x="65567" y="50416"/>
                  </a:lnTo>
                  <a:lnTo>
                    <a:pt x="55510" y="49656"/>
                  </a:lnTo>
                  <a:lnTo>
                    <a:pt x="46711" y="45142"/>
                  </a:lnTo>
                  <a:close/>
                </a:path>
                <a:path w="147320" h="482600">
                  <a:moveTo>
                    <a:pt x="53252" y="22559"/>
                  </a:moveTo>
                  <a:lnTo>
                    <a:pt x="46711" y="45142"/>
                  </a:lnTo>
                  <a:lnTo>
                    <a:pt x="55510" y="49656"/>
                  </a:lnTo>
                  <a:lnTo>
                    <a:pt x="65567" y="50416"/>
                  </a:lnTo>
                  <a:lnTo>
                    <a:pt x="65016" y="50416"/>
                  </a:lnTo>
                  <a:lnTo>
                    <a:pt x="71550" y="27857"/>
                  </a:lnTo>
                  <a:lnTo>
                    <a:pt x="53252" y="22559"/>
                  </a:lnTo>
                  <a:close/>
                </a:path>
                <a:path w="147320" h="482600">
                  <a:moveTo>
                    <a:pt x="87570" y="22559"/>
                  </a:moveTo>
                  <a:lnTo>
                    <a:pt x="53252" y="22559"/>
                  </a:lnTo>
                  <a:lnTo>
                    <a:pt x="71550" y="27857"/>
                  </a:lnTo>
                  <a:lnTo>
                    <a:pt x="65016" y="50416"/>
                  </a:lnTo>
                  <a:lnTo>
                    <a:pt x="65567" y="50416"/>
                  </a:lnTo>
                  <a:lnTo>
                    <a:pt x="74815" y="47367"/>
                  </a:lnTo>
                  <a:lnTo>
                    <a:pt x="82245" y="41073"/>
                  </a:lnTo>
                  <a:lnTo>
                    <a:pt x="86848" y="32099"/>
                  </a:lnTo>
                  <a:lnTo>
                    <a:pt x="87570" y="22559"/>
                  </a:lnTo>
                  <a:close/>
                </a:path>
                <a:path w="147320" h="482600">
                  <a:moveTo>
                    <a:pt x="59233" y="0"/>
                  </a:moveTo>
                  <a:lnTo>
                    <a:pt x="49986" y="3049"/>
                  </a:lnTo>
                  <a:lnTo>
                    <a:pt x="42556" y="9343"/>
                  </a:lnTo>
                  <a:lnTo>
                    <a:pt x="37953" y="18317"/>
                  </a:lnTo>
                  <a:lnTo>
                    <a:pt x="37231" y="27857"/>
                  </a:lnTo>
                  <a:lnTo>
                    <a:pt x="37192" y="28375"/>
                  </a:lnTo>
                  <a:lnTo>
                    <a:pt x="40241" y="37623"/>
                  </a:lnTo>
                  <a:lnTo>
                    <a:pt x="46611" y="45142"/>
                  </a:lnTo>
                  <a:lnTo>
                    <a:pt x="47889" y="41073"/>
                  </a:lnTo>
                  <a:lnTo>
                    <a:pt x="53252" y="22559"/>
                  </a:lnTo>
                  <a:lnTo>
                    <a:pt x="87570" y="22559"/>
                  </a:lnTo>
                  <a:lnTo>
                    <a:pt x="87609" y="22041"/>
                  </a:lnTo>
                  <a:lnTo>
                    <a:pt x="84560" y="12793"/>
                  </a:lnTo>
                  <a:lnTo>
                    <a:pt x="78266" y="5364"/>
                  </a:lnTo>
                  <a:lnTo>
                    <a:pt x="69291" y="761"/>
                  </a:lnTo>
                  <a:lnTo>
                    <a:pt x="59233" y="0"/>
                  </a:lnTo>
                  <a:close/>
                </a:path>
              </a:pathLst>
            </a:custGeom>
            <a:solidFill>
              <a:srgbClr val="BE2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419600" y="3962399"/>
              <a:ext cx="2438400" cy="482600"/>
            </a:xfrm>
            <a:custGeom>
              <a:avLst/>
              <a:gdLst/>
              <a:ahLst/>
              <a:cxnLst/>
              <a:rect l="l" t="t" r="r" b="b"/>
              <a:pathLst>
                <a:path w="2438400" h="482600">
                  <a:moveTo>
                    <a:pt x="939634" y="460070"/>
                  </a:moveTo>
                  <a:lnTo>
                    <a:pt x="917257" y="431965"/>
                  </a:lnTo>
                  <a:lnTo>
                    <a:pt x="907199" y="432841"/>
                  </a:lnTo>
                  <a:lnTo>
                    <a:pt x="898575" y="437337"/>
                  </a:lnTo>
                  <a:lnTo>
                    <a:pt x="892251" y="444741"/>
                  </a:lnTo>
                  <a:lnTo>
                    <a:pt x="892060" y="445325"/>
                  </a:lnTo>
                  <a:lnTo>
                    <a:pt x="875588" y="443636"/>
                  </a:lnTo>
                  <a:lnTo>
                    <a:pt x="723417" y="434467"/>
                  </a:lnTo>
                  <a:lnTo>
                    <a:pt x="614375" y="423379"/>
                  </a:lnTo>
                  <a:lnTo>
                    <a:pt x="541769" y="411035"/>
                  </a:lnTo>
                  <a:lnTo>
                    <a:pt x="473176" y="393280"/>
                  </a:lnTo>
                  <a:lnTo>
                    <a:pt x="412305" y="368985"/>
                  </a:lnTo>
                  <a:lnTo>
                    <a:pt x="355714" y="334797"/>
                  </a:lnTo>
                  <a:lnTo>
                    <a:pt x="298107" y="290093"/>
                  </a:lnTo>
                  <a:lnTo>
                    <a:pt x="269367" y="264858"/>
                  </a:lnTo>
                  <a:lnTo>
                    <a:pt x="240919" y="238264"/>
                  </a:lnTo>
                  <a:lnTo>
                    <a:pt x="185420" y="182740"/>
                  </a:lnTo>
                  <a:lnTo>
                    <a:pt x="133096" y="127101"/>
                  </a:lnTo>
                  <a:lnTo>
                    <a:pt x="108483" y="100317"/>
                  </a:lnTo>
                  <a:lnTo>
                    <a:pt x="94538" y="85318"/>
                  </a:lnTo>
                  <a:lnTo>
                    <a:pt x="104152" y="76123"/>
                  </a:lnTo>
                  <a:lnTo>
                    <a:pt x="106133" y="74231"/>
                  </a:lnTo>
                  <a:lnTo>
                    <a:pt x="0" y="0"/>
                  </a:lnTo>
                  <a:lnTo>
                    <a:pt x="69418" y="109347"/>
                  </a:lnTo>
                  <a:lnTo>
                    <a:pt x="80759" y="98488"/>
                  </a:lnTo>
                  <a:lnTo>
                    <a:pt x="94449" y="113195"/>
                  </a:lnTo>
                  <a:lnTo>
                    <a:pt x="171945" y="196202"/>
                  </a:lnTo>
                  <a:lnTo>
                    <a:pt x="227914" y="252196"/>
                  </a:lnTo>
                  <a:lnTo>
                    <a:pt x="256806" y="279171"/>
                  </a:lnTo>
                  <a:lnTo>
                    <a:pt x="286092" y="304876"/>
                  </a:lnTo>
                  <a:lnTo>
                    <a:pt x="345313" y="350761"/>
                  </a:lnTo>
                  <a:lnTo>
                    <a:pt x="404571" y="386397"/>
                  </a:lnTo>
                  <a:lnTo>
                    <a:pt x="467931" y="411594"/>
                  </a:lnTo>
                  <a:lnTo>
                    <a:pt x="538264" y="429755"/>
                  </a:lnTo>
                  <a:lnTo>
                    <a:pt x="612267" y="442315"/>
                  </a:lnTo>
                  <a:lnTo>
                    <a:pt x="686168" y="450545"/>
                  </a:lnTo>
                  <a:lnTo>
                    <a:pt x="873645" y="462584"/>
                  </a:lnTo>
                  <a:lnTo>
                    <a:pt x="890041" y="464273"/>
                  </a:lnTo>
                  <a:lnTo>
                    <a:pt x="894524" y="473024"/>
                  </a:lnTo>
                  <a:lnTo>
                    <a:pt x="901928" y="479348"/>
                  </a:lnTo>
                  <a:lnTo>
                    <a:pt x="911529" y="482447"/>
                  </a:lnTo>
                  <a:lnTo>
                    <a:pt x="921588" y="481571"/>
                  </a:lnTo>
                  <a:lnTo>
                    <a:pt x="930224" y="477075"/>
                  </a:lnTo>
                  <a:lnTo>
                    <a:pt x="936536" y="469671"/>
                  </a:lnTo>
                  <a:lnTo>
                    <a:pt x="937501" y="466674"/>
                  </a:lnTo>
                  <a:lnTo>
                    <a:pt x="939634" y="460070"/>
                  </a:lnTo>
                  <a:close/>
                </a:path>
                <a:path w="2438400" h="482600">
                  <a:moveTo>
                    <a:pt x="2438400" y="0"/>
                  </a:moveTo>
                  <a:lnTo>
                    <a:pt x="2332253" y="74231"/>
                  </a:lnTo>
                  <a:lnTo>
                    <a:pt x="2343848" y="85318"/>
                  </a:lnTo>
                  <a:lnTo>
                    <a:pt x="2329904" y="100317"/>
                  </a:lnTo>
                  <a:lnTo>
                    <a:pt x="2252967" y="182740"/>
                  </a:lnTo>
                  <a:lnTo>
                    <a:pt x="2197481" y="238264"/>
                  </a:lnTo>
                  <a:lnTo>
                    <a:pt x="2169020" y="264858"/>
                  </a:lnTo>
                  <a:lnTo>
                    <a:pt x="2140280" y="290093"/>
                  </a:lnTo>
                  <a:lnTo>
                    <a:pt x="2082673" y="334797"/>
                  </a:lnTo>
                  <a:lnTo>
                    <a:pt x="2026081" y="368985"/>
                  </a:lnTo>
                  <a:lnTo>
                    <a:pt x="1965210" y="393280"/>
                  </a:lnTo>
                  <a:lnTo>
                    <a:pt x="1896618" y="411035"/>
                  </a:lnTo>
                  <a:lnTo>
                    <a:pt x="1824012" y="423379"/>
                  </a:lnTo>
                  <a:lnTo>
                    <a:pt x="1750669" y="431558"/>
                  </a:lnTo>
                  <a:lnTo>
                    <a:pt x="1562798" y="443636"/>
                  </a:lnTo>
                  <a:lnTo>
                    <a:pt x="1546326" y="445325"/>
                  </a:lnTo>
                  <a:lnTo>
                    <a:pt x="1546136" y="444741"/>
                  </a:lnTo>
                  <a:lnTo>
                    <a:pt x="1539824" y="437337"/>
                  </a:lnTo>
                  <a:lnTo>
                    <a:pt x="1531188" y="432841"/>
                  </a:lnTo>
                  <a:lnTo>
                    <a:pt x="1521129" y="431965"/>
                  </a:lnTo>
                  <a:lnTo>
                    <a:pt x="1511528" y="435063"/>
                  </a:lnTo>
                  <a:lnTo>
                    <a:pt x="1504124" y="441375"/>
                  </a:lnTo>
                  <a:lnTo>
                    <a:pt x="1499628" y="450011"/>
                  </a:lnTo>
                  <a:lnTo>
                    <a:pt x="1498815" y="459422"/>
                  </a:lnTo>
                  <a:lnTo>
                    <a:pt x="1498752" y="460070"/>
                  </a:lnTo>
                  <a:lnTo>
                    <a:pt x="1501851" y="469671"/>
                  </a:lnTo>
                  <a:lnTo>
                    <a:pt x="1508175" y="477075"/>
                  </a:lnTo>
                  <a:lnTo>
                    <a:pt x="1516799" y="481571"/>
                  </a:lnTo>
                  <a:lnTo>
                    <a:pt x="1526857" y="482447"/>
                  </a:lnTo>
                  <a:lnTo>
                    <a:pt x="1536458" y="479348"/>
                  </a:lnTo>
                  <a:lnTo>
                    <a:pt x="1543862" y="473024"/>
                  </a:lnTo>
                  <a:lnTo>
                    <a:pt x="1547114" y="466674"/>
                  </a:lnTo>
                  <a:lnTo>
                    <a:pt x="1548345" y="464273"/>
                  </a:lnTo>
                  <a:lnTo>
                    <a:pt x="1564741" y="462584"/>
                  </a:lnTo>
                  <a:lnTo>
                    <a:pt x="1716252" y="453478"/>
                  </a:lnTo>
                  <a:lnTo>
                    <a:pt x="1752219" y="450545"/>
                  </a:lnTo>
                  <a:lnTo>
                    <a:pt x="1826120" y="442315"/>
                  </a:lnTo>
                  <a:lnTo>
                    <a:pt x="1900135" y="429755"/>
                  </a:lnTo>
                  <a:lnTo>
                    <a:pt x="1970455" y="411594"/>
                  </a:lnTo>
                  <a:lnTo>
                    <a:pt x="2033816" y="386397"/>
                  </a:lnTo>
                  <a:lnTo>
                    <a:pt x="2093074" y="350761"/>
                  </a:lnTo>
                  <a:lnTo>
                    <a:pt x="2152294" y="304876"/>
                  </a:lnTo>
                  <a:lnTo>
                    <a:pt x="2181580" y="279171"/>
                  </a:lnTo>
                  <a:lnTo>
                    <a:pt x="2210473" y="252196"/>
                  </a:lnTo>
                  <a:lnTo>
                    <a:pt x="2266442" y="196202"/>
                  </a:lnTo>
                  <a:lnTo>
                    <a:pt x="2319172" y="140157"/>
                  </a:lnTo>
                  <a:lnTo>
                    <a:pt x="2343937" y="113195"/>
                  </a:lnTo>
                  <a:lnTo>
                    <a:pt x="2357628" y="98488"/>
                  </a:lnTo>
                  <a:lnTo>
                    <a:pt x="2368969" y="109347"/>
                  </a:lnTo>
                  <a:lnTo>
                    <a:pt x="2390063" y="76123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7321551" y="4681220"/>
            <a:ext cx="202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BE2D00"/>
                </a:solidFill>
                <a:latin typeface="Tahoma"/>
                <a:cs typeface="Tahoma"/>
              </a:rPr>
              <a:t>X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2" name="object 112"/>
          <p:cNvSpPr txBox="1">
            <a:spLocks noGrp="1"/>
          </p:cNvSpPr>
          <p:nvPr>
            <p:ph type="ftr" sz="quarter" idx="5"/>
          </p:nvPr>
        </p:nvSpPr>
        <p:spPr>
          <a:xfrm>
            <a:off x="154939" y="5900271"/>
            <a:ext cx="3215004" cy="772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400" b="0" i="0">
                <a:solidFill>
                  <a:srgbClr val="BE2D00"/>
                </a:solidFill>
                <a:latin typeface="Tahoma"/>
                <a:cs typeface="Tahoma"/>
              </a:defRPr>
            </a:lvl1pPr>
          </a:lstStyle>
          <a:p>
            <a:pPr marR="419734" algn="r">
              <a:spcBef>
                <a:spcPts val="100"/>
              </a:spcBef>
            </a:pPr>
            <a:r>
              <a:rPr lang="en-US" spc="-50"/>
              <a:t>A</a:t>
            </a:r>
          </a:p>
          <a:p>
            <a:pPr marL="12700">
              <a:spcBef>
                <a:spcPts val="1310"/>
              </a:spcBef>
            </a:pPr>
            <a:r>
              <a:rPr lang="en-US" sz="1400">
                <a:solidFill>
                  <a:srgbClr val="40458C"/>
                </a:solidFill>
              </a:rPr>
              <a:t>©</a:t>
            </a:r>
            <a:r>
              <a:rPr lang="en-US" sz="1400" spc="-35">
                <a:solidFill>
                  <a:srgbClr val="40458C"/>
                </a:solidFill>
              </a:rPr>
              <a:t> </a:t>
            </a:r>
            <a:r>
              <a:rPr lang="en-US" sz="1400">
                <a:solidFill>
                  <a:srgbClr val="40458C"/>
                </a:solidFill>
              </a:rPr>
              <a:t>2014</a:t>
            </a:r>
            <a:r>
              <a:rPr lang="en-US" sz="1400" spc="-35">
                <a:solidFill>
                  <a:srgbClr val="40458C"/>
                </a:solidFill>
              </a:rPr>
              <a:t> </a:t>
            </a:r>
            <a:r>
              <a:rPr lang="en-US" sz="1400">
                <a:solidFill>
                  <a:srgbClr val="40458C"/>
                </a:solidFill>
              </a:rPr>
              <a:t>Goodrich,</a:t>
            </a:r>
            <a:r>
              <a:rPr lang="en-US" sz="1400" spc="-30">
                <a:solidFill>
                  <a:srgbClr val="40458C"/>
                </a:solidFill>
              </a:rPr>
              <a:t> </a:t>
            </a:r>
            <a:r>
              <a:rPr lang="en-US" sz="1400" spc="-20">
                <a:solidFill>
                  <a:srgbClr val="40458C"/>
                </a:solidFill>
              </a:rPr>
              <a:t>Tamassia,</a:t>
            </a:r>
            <a:r>
              <a:rPr lang="en-US" sz="1400" spc="-30">
                <a:solidFill>
                  <a:srgbClr val="40458C"/>
                </a:solidFill>
              </a:rPr>
              <a:t> </a:t>
            </a:r>
            <a:r>
              <a:rPr lang="en-US" sz="1400" spc="-10">
                <a:solidFill>
                  <a:srgbClr val="40458C"/>
                </a:solidFill>
              </a:rPr>
              <a:t>Goldwasser</a:t>
            </a:r>
            <a:endParaRPr sz="1400"/>
          </a:p>
        </p:txBody>
      </p:sp>
      <p:sp>
        <p:nvSpPr>
          <p:cNvPr id="113" name="object 113"/>
          <p:cNvSpPr txBox="1">
            <a:spLocks noGrp="1"/>
          </p:cNvSpPr>
          <p:nvPr>
            <p:ph type="dt" sz="half" idx="6"/>
          </p:nvPr>
        </p:nvSpPr>
        <p:spPr>
          <a:xfrm>
            <a:off x="3803650" y="5900271"/>
            <a:ext cx="1537335" cy="772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400" b="0" i="0">
                <a:solidFill>
                  <a:srgbClr val="BE2D00"/>
                </a:solidFill>
                <a:latin typeface="Tahoma"/>
                <a:cs typeface="Tahoma"/>
              </a:defRPr>
            </a:lvl1pPr>
          </a:lstStyle>
          <a:p>
            <a:pPr marL="480695">
              <a:spcBef>
                <a:spcPts val="100"/>
              </a:spcBef>
            </a:pPr>
            <a:r>
              <a:rPr lang="en-US" spc="-50"/>
              <a:t>B</a:t>
            </a:r>
          </a:p>
          <a:p>
            <a:pPr marL="12700">
              <a:spcBef>
                <a:spcPts val="1310"/>
              </a:spcBef>
            </a:pPr>
            <a:r>
              <a:rPr lang="en-US" sz="1400">
                <a:solidFill>
                  <a:srgbClr val="40458C"/>
                </a:solidFill>
              </a:rPr>
              <a:t>Doubly</a:t>
            </a:r>
            <a:r>
              <a:rPr lang="en-US" sz="1400" spc="-50">
                <a:solidFill>
                  <a:srgbClr val="40458C"/>
                </a:solidFill>
              </a:rPr>
              <a:t> </a:t>
            </a:r>
            <a:r>
              <a:rPr lang="en-US" sz="1400">
                <a:solidFill>
                  <a:srgbClr val="40458C"/>
                </a:solidFill>
              </a:rPr>
              <a:t>Linked</a:t>
            </a:r>
            <a:r>
              <a:rPr lang="en-US" sz="1400" spc="-50">
                <a:solidFill>
                  <a:srgbClr val="40458C"/>
                </a:solidFill>
              </a:rPr>
              <a:t> </a:t>
            </a:r>
            <a:r>
              <a:rPr lang="en-US" sz="1400" spc="-20">
                <a:solidFill>
                  <a:srgbClr val="40458C"/>
                </a:solidFill>
              </a:rPr>
              <a:t>Lists</a:t>
            </a:r>
            <a:endParaRPr sz="1400"/>
          </a:p>
        </p:txBody>
      </p:sp>
      <p:sp>
        <p:nvSpPr>
          <p:cNvPr id="114" name="object 114"/>
          <p:cNvSpPr txBox="1"/>
          <p:nvPr/>
        </p:nvSpPr>
        <p:spPr>
          <a:xfrm>
            <a:off x="7321551" y="5900271"/>
            <a:ext cx="202565" cy="393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BE2D00"/>
                </a:solidFill>
                <a:latin typeface="Tahoma"/>
                <a:cs typeface="Tahoma"/>
              </a:rPr>
              <a:t>X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8842376" y="5900271"/>
            <a:ext cx="208915" cy="393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BE2D00"/>
                </a:solidFill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6" name="object 116"/>
          <p:cNvSpPr txBox="1">
            <a:spLocks noGrp="1"/>
          </p:cNvSpPr>
          <p:nvPr>
            <p:ph type="sldNum" sz="quarter" idx="7"/>
          </p:nvPr>
        </p:nvSpPr>
        <p:spPr>
          <a:xfrm>
            <a:off x="8230552" y="6432717"/>
            <a:ext cx="186054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40458C"/>
                </a:solidFill>
                <a:latin typeface="Tahoma"/>
                <a:cs typeface="Tahoma"/>
              </a:defRPr>
            </a:lvl1pPr>
          </a:lstStyle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0" smtClean="0"/>
              <a:pPr marL="38100">
                <a:spcBef>
                  <a:spcPts val="100"/>
                </a:spcBef>
              </a:pPr>
              <a:t>23</a:t>
            </a:fld>
            <a:endParaRPr spc="-50" dirty="0"/>
          </a:p>
        </p:txBody>
      </p:sp>
      <p:sp>
        <p:nvSpPr>
          <p:cNvPr id="109" name="object 109"/>
          <p:cNvSpPr txBox="1"/>
          <p:nvPr/>
        </p:nvSpPr>
        <p:spPr>
          <a:xfrm>
            <a:off x="7706518" y="3995420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40458C"/>
                </a:solidFill>
                <a:latin typeface="Tahoma"/>
                <a:cs typeface="Tahoma"/>
              </a:rPr>
              <a:t>q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5572918" y="5062220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40458C"/>
                </a:solidFill>
                <a:latin typeface="Tahoma"/>
                <a:cs typeface="Tahoma"/>
              </a:rPr>
              <a:t>p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7096918" y="5062220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40458C"/>
                </a:solidFill>
                <a:latin typeface="Tahoma"/>
                <a:cs typeface="Tahoma"/>
              </a:rPr>
              <a:t>q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501172"/>
            <a:ext cx="109728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/>
              <a:t>Deletion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733675" y="1819184"/>
            <a:ext cx="7334250" cy="1315085"/>
            <a:chOff x="1209675" y="1819183"/>
            <a:chExt cx="7334250" cy="1315085"/>
          </a:xfrm>
        </p:grpSpPr>
        <p:sp>
          <p:nvSpPr>
            <p:cNvPr id="4" name="object 4"/>
            <p:cNvSpPr/>
            <p:nvPr/>
          </p:nvSpPr>
          <p:spPr>
            <a:xfrm>
              <a:off x="6286500" y="1828799"/>
              <a:ext cx="1752600" cy="1295400"/>
            </a:xfrm>
            <a:custGeom>
              <a:avLst/>
              <a:gdLst/>
              <a:ahLst/>
              <a:cxnLst/>
              <a:rect l="l" t="t" r="r" b="b"/>
              <a:pathLst>
                <a:path w="1752600" h="1295400">
                  <a:moveTo>
                    <a:pt x="1362295" y="0"/>
                  </a:moveTo>
                  <a:lnTo>
                    <a:pt x="390304" y="0"/>
                  </a:lnTo>
                  <a:lnTo>
                    <a:pt x="341345" y="3041"/>
                  </a:lnTo>
                  <a:lnTo>
                    <a:pt x="294201" y="11920"/>
                  </a:lnTo>
                  <a:lnTo>
                    <a:pt x="249237" y="26271"/>
                  </a:lnTo>
                  <a:lnTo>
                    <a:pt x="206820" y="45730"/>
                  </a:lnTo>
                  <a:lnTo>
                    <a:pt x="167315" y="69929"/>
                  </a:lnTo>
                  <a:lnTo>
                    <a:pt x="131087" y="98504"/>
                  </a:lnTo>
                  <a:lnTo>
                    <a:pt x="98504" y="131088"/>
                  </a:lnTo>
                  <a:lnTo>
                    <a:pt x="69929" y="167315"/>
                  </a:lnTo>
                  <a:lnTo>
                    <a:pt x="45730" y="206820"/>
                  </a:lnTo>
                  <a:lnTo>
                    <a:pt x="26271" y="249238"/>
                  </a:lnTo>
                  <a:lnTo>
                    <a:pt x="11920" y="294201"/>
                  </a:lnTo>
                  <a:lnTo>
                    <a:pt x="3041" y="341346"/>
                  </a:lnTo>
                  <a:lnTo>
                    <a:pt x="0" y="390305"/>
                  </a:lnTo>
                  <a:lnTo>
                    <a:pt x="0" y="905094"/>
                  </a:lnTo>
                  <a:lnTo>
                    <a:pt x="3041" y="954053"/>
                  </a:lnTo>
                  <a:lnTo>
                    <a:pt x="11920" y="1001198"/>
                  </a:lnTo>
                  <a:lnTo>
                    <a:pt x="26271" y="1046161"/>
                  </a:lnTo>
                  <a:lnTo>
                    <a:pt x="45730" y="1088579"/>
                  </a:lnTo>
                  <a:lnTo>
                    <a:pt x="69929" y="1128084"/>
                  </a:lnTo>
                  <a:lnTo>
                    <a:pt x="98504" y="1164311"/>
                  </a:lnTo>
                  <a:lnTo>
                    <a:pt x="131087" y="1196895"/>
                  </a:lnTo>
                  <a:lnTo>
                    <a:pt x="167315" y="1225470"/>
                  </a:lnTo>
                  <a:lnTo>
                    <a:pt x="206820" y="1249669"/>
                  </a:lnTo>
                  <a:lnTo>
                    <a:pt x="249237" y="1269128"/>
                  </a:lnTo>
                  <a:lnTo>
                    <a:pt x="294201" y="1283479"/>
                  </a:lnTo>
                  <a:lnTo>
                    <a:pt x="341345" y="1292358"/>
                  </a:lnTo>
                  <a:lnTo>
                    <a:pt x="390304" y="1295400"/>
                  </a:lnTo>
                  <a:lnTo>
                    <a:pt x="1362295" y="1295400"/>
                  </a:lnTo>
                  <a:lnTo>
                    <a:pt x="1411254" y="1292358"/>
                  </a:lnTo>
                  <a:lnTo>
                    <a:pt x="1458398" y="1283479"/>
                  </a:lnTo>
                  <a:lnTo>
                    <a:pt x="1503362" y="1269128"/>
                  </a:lnTo>
                  <a:lnTo>
                    <a:pt x="1545779" y="1249669"/>
                  </a:lnTo>
                  <a:lnTo>
                    <a:pt x="1585284" y="1225470"/>
                  </a:lnTo>
                  <a:lnTo>
                    <a:pt x="1621512" y="1196895"/>
                  </a:lnTo>
                  <a:lnTo>
                    <a:pt x="1654095" y="1164311"/>
                  </a:lnTo>
                  <a:lnTo>
                    <a:pt x="1682670" y="1128084"/>
                  </a:lnTo>
                  <a:lnTo>
                    <a:pt x="1706869" y="1088579"/>
                  </a:lnTo>
                  <a:lnTo>
                    <a:pt x="1726328" y="1046161"/>
                  </a:lnTo>
                  <a:lnTo>
                    <a:pt x="1740679" y="1001198"/>
                  </a:lnTo>
                  <a:lnTo>
                    <a:pt x="1749558" y="954053"/>
                  </a:lnTo>
                  <a:lnTo>
                    <a:pt x="1752600" y="905094"/>
                  </a:lnTo>
                  <a:lnTo>
                    <a:pt x="1752600" y="390305"/>
                  </a:lnTo>
                  <a:lnTo>
                    <a:pt x="1749558" y="341346"/>
                  </a:lnTo>
                  <a:lnTo>
                    <a:pt x="1740679" y="294201"/>
                  </a:lnTo>
                  <a:lnTo>
                    <a:pt x="1726328" y="249238"/>
                  </a:lnTo>
                  <a:lnTo>
                    <a:pt x="1706869" y="206820"/>
                  </a:lnTo>
                  <a:lnTo>
                    <a:pt x="1682670" y="167315"/>
                  </a:lnTo>
                  <a:lnTo>
                    <a:pt x="1654095" y="131088"/>
                  </a:lnTo>
                  <a:lnTo>
                    <a:pt x="1621512" y="98504"/>
                  </a:lnTo>
                  <a:lnTo>
                    <a:pt x="1585284" y="69929"/>
                  </a:lnTo>
                  <a:lnTo>
                    <a:pt x="1545779" y="45730"/>
                  </a:lnTo>
                  <a:lnTo>
                    <a:pt x="1503362" y="26271"/>
                  </a:lnTo>
                  <a:lnTo>
                    <a:pt x="1458398" y="11920"/>
                  </a:lnTo>
                  <a:lnTo>
                    <a:pt x="1411254" y="3041"/>
                  </a:lnTo>
                  <a:lnTo>
                    <a:pt x="1362295" y="0"/>
                  </a:lnTo>
                  <a:close/>
                </a:path>
              </a:pathLst>
            </a:custGeom>
            <a:solidFill>
              <a:srgbClr val="ECF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76975" y="1819183"/>
              <a:ext cx="1771650" cy="1315085"/>
            </a:xfrm>
            <a:custGeom>
              <a:avLst/>
              <a:gdLst/>
              <a:ahLst/>
              <a:cxnLst/>
              <a:rect l="l" t="t" r="r" b="b"/>
              <a:pathLst>
                <a:path w="1771650" h="1315085">
                  <a:moveTo>
                    <a:pt x="14785" y="886117"/>
                  </a:moveTo>
                  <a:lnTo>
                    <a:pt x="4264" y="886117"/>
                  </a:lnTo>
                  <a:lnTo>
                    <a:pt x="0" y="890381"/>
                  </a:lnTo>
                  <a:lnTo>
                    <a:pt x="0" y="900922"/>
                  </a:lnTo>
                  <a:lnTo>
                    <a:pt x="4264" y="905186"/>
                  </a:lnTo>
                  <a:lnTo>
                    <a:pt x="14785" y="905186"/>
                  </a:lnTo>
                  <a:lnTo>
                    <a:pt x="19050" y="900922"/>
                  </a:lnTo>
                  <a:lnTo>
                    <a:pt x="19050" y="890381"/>
                  </a:lnTo>
                  <a:lnTo>
                    <a:pt x="14785" y="886117"/>
                  </a:lnTo>
                  <a:close/>
                </a:path>
                <a:path w="1771650" h="1315085">
                  <a:moveTo>
                    <a:pt x="14785" y="847998"/>
                  </a:moveTo>
                  <a:lnTo>
                    <a:pt x="4264" y="847998"/>
                  </a:lnTo>
                  <a:lnTo>
                    <a:pt x="0" y="852262"/>
                  </a:lnTo>
                  <a:lnTo>
                    <a:pt x="0" y="862802"/>
                  </a:lnTo>
                  <a:lnTo>
                    <a:pt x="4264" y="867067"/>
                  </a:lnTo>
                  <a:lnTo>
                    <a:pt x="14785" y="867067"/>
                  </a:lnTo>
                  <a:lnTo>
                    <a:pt x="19050" y="862802"/>
                  </a:lnTo>
                  <a:lnTo>
                    <a:pt x="19050" y="852262"/>
                  </a:lnTo>
                  <a:lnTo>
                    <a:pt x="14785" y="847998"/>
                  </a:lnTo>
                  <a:close/>
                </a:path>
                <a:path w="1771650" h="1315085">
                  <a:moveTo>
                    <a:pt x="14785" y="809879"/>
                  </a:moveTo>
                  <a:lnTo>
                    <a:pt x="4264" y="809879"/>
                  </a:lnTo>
                  <a:lnTo>
                    <a:pt x="0" y="814143"/>
                  </a:lnTo>
                  <a:lnTo>
                    <a:pt x="0" y="824683"/>
                  </a:lnTo>
                  <a:lnTo>
                    <a:pt x="4264" y="828948"/>
                  </a:lnTo>
                  <a:lnTo>
                    <a:pt x="14785" y="828948"/>
                  </a:lnTo>
                  <a:lnTo>
                    <a:pt x="19050" y="824683"/>
                  </a:lnTo>
                  <a:lnTo>
                    <a:pt x="19050" y="814143"/>
                  </a:lnTo>
                  <a:lnTo>
                    <a:pt x="14785" y="809879"/>
                  </a:lnTo>
                  <a:close/>
                </a:path>
                <a:path w="1771650" h="1315085">
                  <a:moveTo>
                    <a:pt x="14785" y="771759"/>
                  </a:moveTo>
                  <a:lnTo>
                    <a:pt x="4264" y="771759"/>
                  </a:lnTo>
                  <a:lnTo>
                    <a:pt x="0" y="776024"/>
                  </a:lnTo>
                  <a:lnTo>
                    <a:pt x="0" y="786564"/>
                  </a:lnTo>
                  <a:lnTo>
                    <a:pt x="4264" y="790829"/>
                  </a:lnTo>
                  <a:lnTo>
                    <a:pt x="14785" y="790829"/>
                  </a:lnTo>
                  <a:lnTo>
                    <a:pt x="19050" y="786564"/>
                  </a:lnTo>
                  <a:lnTo>
                    <a:pt x="19050" y="776024"/>
                  </a:lnTo>
                  <a:lnTo>
                    <a:pt x="14785" y="771759"/>
                  </a:lnTo>
                  <a:close/>
                </a:path>
                <a:path w="1771650" h="1315085">
                  <a:moveTo>
                    <a:pt x="14785" y="733640"/>
                  </a:moveTo>
                  <a:lnTo>
                    <a:pt x="4264" y="733640"/>
                  </a:lnTo>
                  <a:lnTo>
                    <a:pt x="0" y="737905"/>
                  </a:lnTo>
                  <a:lnTo>
                    <a:pt x="0" y="748445"/>
                  </a:lnTo>
                  <a:lnTo>
                    <a:pt x="4264" y="752709"/>
                  </a:lnTo>
                  <a:lnTo>
                    <a:pt x="14785" y="752709"/>
                  </a:lnTo>
                  <a:lnTo>
                    <a:pt x="19050" y="748445"/>
                  </a:lnTo>
                  <a:lnTo>
                    <a:pt x="19050" y="737905"/>
                  </a:lnTo>
                  <a:lnTo>
                    <a:pt x="14785" y="733640"/>
                  </a:lnTo>
                  <a:close/>
                </a:path>
                <a:path w="1771650" h="1315085">
                  <a:moveTo>
                    <a:pt x="14785" y="695521"/>
                  </a:moveTo>
                  <a:lnTo>
                    <a:pt x="4264" y="695521"/>
                  </a:lnTo>
                  <a:lnTo>
                    <a:pt x="0" y="699786"/>
                  </a:lnTo>
                  <a:lnTo>
                    <a:pt x="0" y="710326"/>
                  </a:lnTo>
                  <a:lnTo>
                    <a:pt x="4264" y="714590"/>
                  </a:lnTo>
                  <a:lnTo>
                    <a:pt x="14785" y="714590"/>
                  </a:lnTo>
                  <a:lnTo>
                    <a:pt x="19050" y="710326"/>
                  </a:lnTo>
                  <a:lnTo>
                    <a:pt x="19050" y="699786"/>
                  </a:lnTo>
                  <a:lnTo>
                    <a:pt x="14785" y="695521"/>
                  </a:lnTo>
                  <a:close/>
                </a:path>
                <a:path w="1771650" h="1315085">
                  <a:moveTo>
                    <a:pt x="14785" y="657402"/>
                  </a:moveTo>
                  <a:lnTo>
                    <a:pt x="4264" y="657402"/>
                  </a:lnTo>
                  <a:lnTo>
                    <a:pt x="0" y="661667"/>
                  </a:lnTo>
                  <a:lnTo>
                    <a:pt x="0" y="672207"/>
                  </a:lnTo>
                  <a:lnTo>
                    <a:pt x="4264" y="676471"/>
                  </a:lnTo>
                  <a:lnTo>
                    <a:pt x="14785" y="676471"/>
                  </a:lnTo>
                  <a:lnTo>
                    <a:pt x="19050" y="672207"/>
                  </a:lnTo>
                  <a:lnTo>
                    <a:pt x="19050" y="661667"/>
                  </a:lnTo>
                  <a:lnTo>
                    <a:pt x="14785" y="657402"/>
                  </a:lnTo>
                  <a:close/>
                </a:path>
                <a:path w="1771650" h="1315085">
                  <a:moveTo>
                    <a:pt x="14785" y="619283"/>
                  </a:moveTo>
                  <a:lnTo>
                    <a:pt x="4264" y="619283"/>
                  </a:lnTo>
                  <a:lnTo>
                    <a:pt x="0" y="623548"/>
                  </a:lnTo>
                  <a:lnTo>
                    <a:pt x="0" y="634088"/>
                  </a:lnTo>
                  <a:lnTo>
                    <a:pt x="4264" y="638352"/>
                  </a:lnTo>
                  <a:lnTo>
                    <a:pt x="14785" y="638352"/>
                  </a:lnTo>
                  <a:lnTo>
                    <a:pt x="19050" y="634088"/>
                  </a:lnTo>
                  <a:lnTo>
                    <a:pt x="19050" y="623548"/>
                  </a:lnTo>
                  <a:lnTo>
                    <a:pt x="14785" y="619283"/>
                  </a:lnTo>
                  <a:close/>
                </a:path>
                <a:path w="1771650" h="1315085">
                  <a:moveTo>
                    <a:pt x="14785" y="581164"/>
                  </a:moveTo>
                  <a:lnTo>
                    <a:pt x="4264" y="581164"/>
                  </a:lnTo>
                  <a:lnTo>
                    <a:pt x="0" y="585429"/>
                  </a:lnTo>
                  <a:lnTo>
                    <a:pt x="0" y="595969"/>
                  </a:lnTo>
                  <a:lnTo>
                    <a:pt x="4264" y="600233"/>
                  </a:lnTo>
                  <a:lnTo>
                    <a:pt x="14785" y="600233"/>
                  </a:lnTo>
                  <a:lnTo>
                    <a:pt x="19050" y="595969"/>
                  </a:lnTo>
                  <a:lnTo>
                    <a:pt x="19050" y="585429"/>
                  </a:lnTo>
                  <a:lnTo>
                    <a:pt x="14785" y="581164"/>
                  </a:lnTo>
                  <a:close/>
                </a:path>
                <a:path w="1771650" h="1315085">
                  <a:moveTo>
                    <a:pt x="14785" y="543045"/>
                  </a:moveTo>
                  <a:lnTo>
                    <a:pt x="4264" y="543045"/>
                  </a:lnTo>
                  <a:lnTo>
                    <a:pt x="0" y="547310"/>
                  </a:lnTo>
                  <a:lnTo>
                    <a:pt x="0" y="557850"/>
                  </a:lnTo>
                  <a:lnTo>
                    <a:pt x="4264" y="562114"/>
                  </a:lnTo>
                  <a:lnTo>
                    <a:pt x="14785" y="562114"/>
                  </a:lnTo>
                  <a:lnTo>
                    <a:pt x="19050" y="557850"/>
                  </a:lnTo>
                  <a:lnTo>
                    <a:pt x="19050" y="547310"/>
                  </a:lnTo>
                  <a:lnTo>
                    <a:pt x="14785" y="543045"/>
                  </a:lnTo>
                  <a:close/>
                </a:path>
                <a:path w="1771650" h="1315085">
                  <a:moveTo>
                    <a:pt x="14785" y="504926"/>
                  </a:moveTo>
                  <a:lnTo>
                    <a:pt x="4264" y="504926"/>
                  </a:lnTo>
                  <a:lnTo>
                    <a:pt x="0" y="509191"/>
                  </a:lnTo>
                  <a:lnTo>
                    <a:pt x="0" y="519730"/>
                  </a:lnTo>
                  <a:lnTo>
                    <a:pt x="4264" y="523995"/>
                  </a:lnTo>
                  <a:lnTo>
                    <a:pt x="14785" y="523995"/>
                  </a:lnTo>
                  <a:lnTo>
                    <a:pt x="19050" y="519730"/>
                  </a:lnTo>
                  <a:lnTo>
                    <a:pt x="19050" y="509191"/>
                  </a:lnTo>
                  <a:lnTo>
                    <a:pt x="14785" y="504926"/>
                  </a:lnTo>
                  <a:close/>
                </a:path>
                <a:path w="1771650" h="1315085">
                  <a:moveTo>
                    <a:pt x="14785" y="466807"/>
                  </a:moveTo>
                  <a:lnTo>
                    <a:pt x="4264" y="466807"/>
                  </a:lnTo>
                  <a:lnTo>
                    <a:pt x="0" y="471072"/>
                  </a:lnTo>
                  <a:lnTo>
                    <a:pt x="0" y="481611"/>
                  </a:lnTo>
                  <a:lnTo>
                    <a:pt x="4264" y="485876"/>
                  </a:lnTo>
                  <a:lnTo>
                    <a:pt x="14785" y="485876"/>
                  </a:lnTo>
                  <a:lnTo>
                    <a:pt x="19050" y="481611"/>
                  </a:lnTo>
                  <a:lnTo>
                    <a:pt x="19050" y="471072"/>
                  </a:lnTo>
                  <a:lnTo>
                    <a:pt x="14785" y="466807"/>
                  </a:lnTo>
                  <a:close/>
                </a:path>
                <a:path w="1771650" h="1315085">
                  <a:moveTo>
                    <a:pt x="14785" y="428688"/>
                  </a:moveTo>
                  <a:lnTo>
                    <a:pt x="4264" y="428688"/>
                  </a:lnTo>
                  <a:lnTo>
                    <a:pt x="0" y="432953"/>
                  </a:lnTo>
                  <a:lnTo>
                    <a:pt x="0" y="443492"/>
                  </a:lnTo>
                  <a:lnTo>
                    <a:pt x="4264" y="447757"/>
                  </a:lnTo>
                  <a:lnTo>
                    <a:pt x="14785" y="447757"/>
                  </a:lnTo>
                  <a:lnTo>
                    <a:pt x="19050" y="443492"/>
                  </a:lnTo>
                  <a:lnTo>
                    <a:pt x="19050" y="432953"/>
                  </a:lnTo>
                  <a:lnTo>
                    <a:pt x="14785" y="428688"/>
                  </a:lnTo>
                  <a:close/>
                </a:path>
                <a:path w="1771650" h="1315085">
                  <a:moveTo>
                    <a:pt x="14785" y="390569"/>
                  </a:moveTo>
                  <a:lnTo>
                    <a:pt x="4264" y="390569"/>
                  </a:lnTo>
                  <a:lnTo>
                    <a:pt x="0" y="394834"/>
                  </a:lnTo>
                  <a:lnTo>
                    <a:pt x="0" y="405373"/>
                  </a:lnTo>
                  <a:lnTo>
                    <a:pt x="4264" y="409638"/>
                  </a:lnTo>
                  <a:lnTo>
                    <a:pt x="14785" y="409638"/>
                  </a:lnTo>
                  <a:lnTo>
                    <a:pt x="19050" y="405373"/>
                  </a:lnTo>
                  <a:lnTo>
                    <a:pt x="19050" y="394834"/>
                  </a:lnTo>
                  <a:lnTo>
                    <a:pt x="14785" y="390569"/>
                  </a:lnTo>
                  <a:close/>
                </a:path>
                <a:path w="1771650" h="1315085">
                  <a:moveTo>
                    <a:pt x="6664" y="352245"/>
                  </a:moveTo>
                  <a:lnTo>
                    <a:pt x="2190" y="356289"/>
                  </a:lnTo>
                  <a:lnTo>
                    <a:pt x="1659" y="366816"/>
                  </a:lnTo>
                  <a:lnTo>
                    <a:pt x="5703" y="371290"/>
                  </a:lnTo>
                  <a:lnTo>
                    <a:pt x="16211" y="371821"/>
                  </a:lnTo>
                  <a:lnTo>
                    <a:pt x="20685" y="367776"/>
                  </a:lnTo>
                  <a:lnTo>
                    <a:pt x="21216" y="357250"/>
                  </a:lnTo>
                  <a:lnTo>
                    <a:pt x="17172" y="352776"/>
                  </a:lnTo>
                  <a:lnTo>
                    <a:pt x="6664" y="352245"/>
                  </a:lnTo>
                  <a:close/>
                </a:path>
                <a:path w="1771650" h="1315085">
                  <a:moveTo>
                    <a:pt x="13223" y="314111"/>
                  </a:moveTo>
                  <a:lnTo>
                    <a:pt x="8364" y="317684"/>
                  </a:lnTo>
                  <a:lnTo>
                    <a:pt x="6775" y="328104"/>
                  </a:lnTo>
                  <a:lnTo>
                    <a:pt x="10347" y="332962"/>
                  </a:lnTo>
                  <a:lnTo>
                    <a:pt x="20749" y="334548"/>
                  </a:lnTo>
                  <a:lnTo>
                    <a:pt x="25607" y="330975"/>
                  </a:lnTo>
                  <a:lnTo>
                    <a:pt x="27197" y="320556"/>
                  </a:lnTo>
                  <a:lnTo>
                    <a:pt x="23624" y="315697"/>
                  </a:lnTo>
                  <a:lnTo>
                    <a:pt x="13223" y="314111"/>
                  </a:lnTo>
                  <a:close/>
                </a:path>
                <a:path w="1771650" h="1315085">
                  <a:moveTo>
                    <a:pt x="23455" y="276805"/>
                  </a:moveTo>
                  <a:lnTo>
                    <a:pt x="18262" y="279872"/>
                  </a:lnTo>
                  <a:lnTo>
                    <a:pt x="15636" y="290080"/>
                  </a:lnTo>
                  <a:lnTo>
                    <a:pt x="18703" y="295272"/>
                  </a:lnTo>
                  <a:lnTo>
                    <a:pt x="28892" y="297895"/>
                  </a:lnTo>
                  <a:lnTo>
                    <a:pt x="34085" y="294826"/>
                  </a:lnTo>
                  <a:lnTo>
                    <a:pt x="36617" y="284985"/>
                  </a:lnTo>
                  <a:lnTo>
                    <a:pt x="36711" y="284619"/>
                  </a:lnTo>
                  <a:lnTo>
                    <a:pt x="33644" y="279426"/>
                  </a:lnTo>
                  <a:lnTo>
                    <a:pt x="23455" y="276805"/>
                  </a:lnTo>
                  <a:close/>
                </a:path>
                <a:path w="1771650" h="1315085">
                  <a:moveTo>
                    <a:pt x="37270" y="240685"/>
                  </a:moveTo>
                  <a:lnTo>
                    <a:pt x="31800" y="243224"/>
                  </a:lnTo>
                  <a:lnTo>
                    <a:pt x="28178" y="253122"/>
                  </a:lnTo>
                  <a:lnTo>
                    <a:pt x="30717" y="258593"/>
                  </a:lnTo>
                  <a:lnTo>
                    <a:pt x="40598" y="262209"/>
                  </a:lnTo>
                  <a:lnTo>
                    <a:pt x="46067" y="259669"/>
                  </a:lnTo>
                  <a:lnTo>
                    <a:pt x="49690" y="249770"/>
                  </a:lnTo>
                  <a:lnTo>
                    <a:pt x="47151" y="244301"/>
                  </a:lnTo>
                  <a:lnTo>
                    <a:pt x="37270" y="240685"/>
                  </a:lnTo>
                  <a:close/>
                </a:path>
                <a:path w="1771650" h="1315085">
                  <a:moveTo>
                    <a:pt x="54545" y="206091"/>
                  </a:moveTo>
                  <a:lnTo>
                    <a:pt x="48851" y="208083"/>
                  </a:lnTo>
                  <a:lnTo>
                    <a:pt x="44277" y="217577"/>
                  </a:lnTo>
                  <a:lnTo>
                    <a:pt x="46268" y="223271"/>
                  </a:lnTo>
                  <a:lnTo>
                    <a:pt x="55746" y="227837"/>
                  </a:lnTo>
                  <a:lnTo>
                    <a:pt x="61440" y="225846"/>
                  </a:lnTo>
                  <a:lnTo>
                    <a:pt x="66014" y="216350"/>
                  </a:lnTo>
                  <a:lnTo>
                    <a:pt x="64023" y="210658"/>
                  </a:lnTo>
                  <a:lnTo>
                    <a:pt x="54545" y="206091"/>
                  </a:lnTo>
                  <a:close/>
                </a:path>
                <a:path w="1771650" h="1315085">
                  <a:moveTo>
                    <a:pt x="75100" y="173347"/>
                  </a:moveTo>
                  <a:lnTo>
                    <a:pt x="69241" y="174778"/>
                  </a:lnTo>
                  <a:lnTo>
                    <a:pt x="63769" y="183786"/>
                  </a:lnTo>
                  <a:lnTo>
                    <a:pt x="65199" y="189645"/>
                  </a:lnTo>
                  <a:lnTo>
                    <a:pt x="74190" y="195107"/>
                  </a:lnTo>
                  <a:lnTo>
                    <a:pt x="80050" y="193677"/>
                  </a:lnTo>
                  <a:lnTo>
                    <a:pt x="85523" y="184669"/>
                  </a:lnTo>
                  <a:lnTo>
                    <a:pt x="84209" y="179290"/>
                  </a:lnTo>
                  <a:lnTo>
                    <a:pt x="84091" y="178810"/>
                  </a:lnTo>
                  <a:lnTo>
                    <a:pt x="75100" y="173347"/>
                  </a:lnTo>
                  <a:close/>
                </a:path>
                <a:path w="1771650" h="1315085">
                  <a:moveTo>
                    <a:pt x="98736" y="142755"/>
                  </a:moveTo>
                  <a:lnTo>
                    <a:pt x="92767" y="143615"/>
                  </a:lnTo>
                  <a:lnTo>
                    <a:pt x="86453" y="152055"/>
                  </a:lnTo>
                  <a:lnTo>
                    <a:pt x="87315" y="158024"/>
                  </a:lnTo>
                  <a:lnTo>
                    <a:pt x="95740" y="164326"/>
                  </a:lnTo>
                  <a:lnTo>
                    <a:pt x="101709" y="163466"/>
                  </a:lnTo>
                  <a:lnTo>
                    <a:pt x="108022" y="155026"/>
                  </a:lnTo>
                  <a:lnTo>
                    <a:pt x="107161" y="149056"/>
                  </a:lnTo>
                  <a:lnTo>
                    <a:pt x="98736" y="142755"/>
                  </a:lnTo>
                  <a:close/>
                </a:path>
                <a:path w="1771650" h="1315085">
                  <a:moveTo>
                    <a:pt x="125223" y="114594"/>
                  </a:moveTo>
                  <a:lnTo>
                    <a:pt x="119199" y="114881"/>
                  </a:lnTo>
                  <a:lnTo>
                    <a:pt x="112109" y="122680"/>
                  </a:lnTo>
                  <a:lnTo>
                    <a:pt x="112348" y="127695"/>
                  </a:lnTo>
                  <a:lnTo>
                    <a:pt x="112396" y="128704"/>
                  </a:lnTo>
                  <a:lnTo>
                    <a:pt x="120181" y="135782"/>
                  </a:lnTo>
                  <a:lnTo>
                    <a:pt x="126204" y="135495"/>
                  </a:lnTo>
                  <a:lnTo>
                    <a:pt x="133295" y="127695"/>
                  </a:lnTo>
                  <a:lnTo>
                    <a:pt x="133056" y="122680"/>
                  </a:lnTo>
                  <a:lnTo>
                    <a:pt x="133008" y="121672"/>
                  </a:lnTo>
                  <a:lnTo>
                    <a:pt x="125223" y="114594"/>
                  </a:lnTo>
                  <a:close/>
                </a:path>
                <a:path w="1771650" h="1315085">
                  <a:moveTo>
                    <a:pt x="148289" y="88842"/>
                  </a:moveTo>
                  <a:lnTo>
                    <a:pt x="140489" y="95933"/>
                  </a:lnTo>
                  <a:lnTo>
                    <a:pt x="140202" y="101956"/>
                  </a:lnTo>
                  <a:lnTo>
                    <a:pt x="147280" y="109741"/>
                  </a:lnTo>
                  <a:lnTo>
                    <a:pt x="153304" y="110028"/>
                  </a:lnTo>
                  <a:lnTo>
                    <a:pt x="161103" y="102938"/>
                  </a:lnTo>
                  <a:lnTo>
                    <a:pt x="161390" y="96914"/>
                  </a:lnTo>
                  <a:lnTo>
                    <a:pt x="154313" y="89129"/>
                  </a:lnTo>
                  <a:lnTo>
                    <a:pt x="148289" y="88842"/>
                  </a:lnTo>
                  <a:close/>
                </a:path>
                <a:path w="1771650" h="1315085">
                  <a:moveTo>
                    <a:pt x="179777" y="65747"/>
                  </a:moveTo>
                  <a:lnTo>
                    <a:pt x="171336" y="72061"/>
                  </a:lnTo>
                  <a:lnTo>
                    <a:pt x="170475" y="78030"/>
                  </a:lnTo>
                  <a:lnTo>
                    <a:pt x="176777" y="86455"/>
                  </a:lnTo>
                  <a:lnTo>
                    <a:pt x="182746" y="87316"/>
                  </a:lnTo>
                  <a:lnTo>
                    <a:pt x="191187" y="81003"/>
                  </a:lnTo>
                  <a:lnTo>
                    <a:pt x="192048" y="75034"/>
                  </a:lnTo>
                  <a:lnTo>
                    <a:pt x="185746" y="66608"/>
                  </a:lnTo>
                  <a:lnTo>
                    <a:pt x="179777" y="65747"/>
                  </a:lnTo>
                  <a:close/>
                </a:path>
                <a:path w="1771650" h="1315085">
                  <a:moveTo>
                    <a:pt x="214430" y="45840"/>
                  </a:moveTo>
                  <a:lnTo>
                    <a:pt x="204936" y="50416"/>
                  </a:lnTo>
                  <a:lnTo>
                    <a:pt x="202946" y="56109"/>
                  </a:lnTo>
                  <a:lnTo>
                    <a:pt x="207514" y="65587"/>
                  </a:lnTo>
                  <a:lnTo>
                    <a:pt x="213207" y="67576"/>
                  </a:lnTo>
                  <a:lnTo>
                    <a:pt x="222702" y="63000"/>
                  </a:lnTo>
                  <a:lnTo>
                    <a:pt x="224692" y="57307"/>
                  </a:lnTo>
                  <a:lnTo>
                    <a:pt x="220122" y="47830"/>
                  </a:lnTo>
                  <a:lnTo>
                    <a:pt x="214430" y="45840"/>
                  </a:lnTo>
                  <a:close/>
                </a:path>
                <a:path w="1771650" h="1315085">
                  <a:moveTo>
                    <a:pt x="249847" y="29434"/>
                  </a:moveTo>
                  <a:lnTo>
                    <a:pt x="239948" y="33056"/>
                  </a:lnTo>
                  <a:lnTo>
                    <a:pt x="237409" y="38527"/>
                  </a:lnTo>
                  <a:lnTo>
                    <a:pt x="241025" y="48407"/>
                  </a:lnTo>
                  <a:lnTo>
                    <a:pt x="246495" y="50947"/>
                  </a:lnTo>
                  <a:lnTo>
                    <a:pt x="256393" y="47325"/>
                  </a:lnTo>
                  <a:lnTo>
                    <a:pt x="258932" y="41854"/>
                  </a:lnTo>
                  <a:lnTo>
                    <a:pt x="255316" y="31974"/>
                  </a:lnTo>
                  <a:lnTo>
                    <a:pt x="249847" y="29434"/>
                  </a:lnTo>
                  <a:close/>
                </a:path>
                <a:path w="1771650" h="1315085">
                  <a:moveTo>
                    <a:pt x="286705" y="16572"/>
                  </a:moveTo>
                  <a:lnTo>
                    <a:pt x="276496" y="19198"/>
                  </a:lnTo>
                  <a:lnTo>
                    <a:pt x="273429" y="24391"/>
                  </a:lnTo>
                  <a:lnTo>
                    <a:pt x="276052" y="34580"/>
                  </a:lnTo>
                  <a:lnTo>
                    <a:pt x="281244" y="37647"/>
                  </a:lnTo>
                  <a:lnTo>
                    <a:pt x="291452" y="35021"/>
                  </a:lnTo>
                  <a:lnTo>
                    <a:pt x="294519" y="29828"/>
                  </a:lnTo>
                  <a:lnTo>
                    <a:pt x="291898" y="19639"/>
                  </a:lnTo>
                  <a:lnTo>
                    <a:pt x="286705" y="16572"/>
                  </a:lnTo>
                  <a:close/>
                </a:path>
                <a:path w="1771650" h="1315085">
                  <a:moveTo>
                    <a:pt x="323622" y="7078"/>
                  </a:moveTo>
                  <a:lnTo>
                    <a:pt x="313415" y="9705"/>
                  </a:lnTo>
                  <a:lnTo>
                    <a:pt x="310348" y="14898"/>
                  </a:lnTo>
                  <a:lnTo>
                    <a:pt x="312969" y="25087"/>
                  </a:lnTo>
                  <a:lnTo>
                    <a:pt x="318162" y="28154"/>
                  </a:lnTo>
                  <a:lnTo>
                    <a:pt x="328369" y="25528"/>
                  </a:lnTo>
                  <a:lnTo>
                    <a:pt x="331436" y="20335"/>
                  </a:lnTo>
                  <a:lnTo>
                    <a:pt x="328815" y="10146"/>
                  </a:lnTo>
                  <a:lnTo>
                    <a:pt x="323622" y="7078"/>
                  </a:lnTo>
                  <a:close/>
                </a:path>
                <a:path w="1771650" h="1315085">
                  <a:moveTo>
                    <a:pt x="362343" y="1626"/>
                  </a:moveTo>
                  <a:lnTo>
                    <a:pt x="351923" y="3216"/>
                  </a:lnTo>
                  <a:lnTo>
                    <a:pt x="348350" y="8074"/>
                  </a:lnTo>
                  <a:lnTo>
                    <a:pt x="349937" y="18475"/>
                  </a:lnTo>
                  <a:lnTo>
                    <a:pt x="354796" y="22048"/>
                  </a:lnTo>
                  <a:lnTo>
                    <a:pt x="365215" y="20459"/>
                  </a:lnTo>
                  <a:lnTo>
                    <a:pt x="368788" y="15600"/>
                  </a:lnTo>
                  <a:lnTo>
                    <a:pt x="367202" y="5200"/>
                  </a:lnTo>
                  <a:lnTo>
                    <a:pt x="362343" y="1626"/>
                  </a:lnTo>
                  <a:close/>
                </a:path>
                <a:path w="1771650" h="1315085">
                  <a:moveTo>
                    <a:pt x="401410" y="0"/>
                  </a:moveTo>
                  <a:lnTo>
                    <a:pt x="390883" y="530"/>
                  </a:lnTo>
                  <a:lnTo>
                    <a:pt x="386838" y="5005"/>
                  </a:lnTo>
                  <a:lnTo>
                    <a:pt x="387320" y="14551"/>
                  </a:lnTo>
                  <a:lnTo>
                    <a:pt x="387369" y="15513"/>
                  </a:lnTo>
                  <a:lnTo>
                    <a:pt x="391843" y="19556"/>
                  </a:lnTo>
                  <a:lnTo>
                    <a:pt x="402370" y="19025"/>
                  </a:lnTo>
                  <a:lnTo>
                    <a:pt x="406413" y="14551"/>
                  </a:lnTo>
                  <a:lnTo>
                    <a:pt x="405931" y="5005"/>
                  </a:lnTo>
                  <a:lnTo>
                    <a:pt x="405883" y="4043"/>
                  </a:lnTo>
                  <a:lnTo>
                    <a:pt x="401410" y="0"/>
                  </a:lnTo>
                  <a:close/>
                </a:path>
                <a:path w="1771650" h="1315085">
                  <a:moveTo>
                    <a:pt x="440011" y="91"/>
                  </a:moveTo>
                  <a:lnTo>
                    <a:pt x="429470" y="91"/>
                  </a:lnTo>
                  <a:lnTo>
                    <a:pt x="425207" y="4356"/>
                  </a:lnTo>
                  <a:lnTo>
                    <a:pt x="425207" y="14876"/>
                  </a:lnTo>
                  <a:lnTo>
                    <a:pt x="429470" y="19141"/>
                  </a:lnTo>
                  <a:lnTo>
                    <a:pt x="440011" y="19141"/>
                  </a:lnTo>
                  <a:lnTo>
                    <a:pt x="444276" y="14876"/>
                  </a:lnTo>
                  <a:lnTo>
                    <a:pt x="444276" y="4356"/>
                  </a:lnTo>
                  <a:lnTo>
                    <a:pt x="440011" y="91"/>
                  </a:lnTo>
                  <a:close/>
                </a:path>
                <a:path w="1771650" h="1315085">
                  <a:moveTo>
                    <a:pt x="478130" y="91"/>
                  </a:moveTo>
                  <a:lnTo>
                    <a:pt x="467589" y="91"/>
                  </a:lnTo>
                  <a:lnTo>
                    <a:pt x="463326" y="4356"/>
                  </a:lnTo>
                  <a:lnTo>
                    <a:pt x="463326" y="14876"/>
                  </a:lnTo>
                  <a:lnTo>
                    <a:pt x="467589" y="19141"/>
                  </a:lnTo>
                  <a:lnTo>
                    <a:pt x="478130" y="19141"/>
                  </a:lnTo>
                  <a:lnTo>
                    <a:pt x="482395" y="14876"/>
                  </a:lnTo>
                  <a:lnTo>
                    <a:pt x="482395" y="4356"/>
                  </a:lnTo>
                  <a:lnTo>
                    <a:pt x="478130" y="91"/>
                  </a:lnTo>
                  <a:close/>
                </a:path>
                <a:path w="1771650" h="1315085">
                  <a:moveTo>
                    <a:pt x="516249" y="91"/>
                  </a:moveTo>
                  <a:lnTo>
                    <a:pt x="505708" y="91"/>
                  </a:lnTo>
                  <a:lnTo>
                    <a:pt x="501445" y="4356"/>
                  </a:lnTo>
                  <a:lnTo>
                    <a:pt x="501445" y="14876"/>
                  </a:lnTo>
                  <a:lnTo>
                    <a:pt x="505708" y="19141"/>
                  </a:lnTo>
                  <a:lnTo>
                    <a:pt x="516249" y="19141"/>
                  </a:lnTo>
                  <a:lnTo>
                    <a:pt x="520514" y="14876"/>
                  </a:lnTo>
                  <a:lnTo>
                    <a:pt x="520514" y="4356"/>
                  </a:lnTo>
                  <a:lnTo>
                    <a:pt x="516249" y="91"/>
                  </a:lnTo>
                  <a:close/>
                </a:path>
                <a:path w="1771650" h="1315085">
                  <a:moveTo>
                    <a:pt x="554368" y="91"/>
                  </a:moveTo>
                  <a:lnTo>
                    <a:pt x="543827" y="91"/>
                  </a:lnTo>
                  <a:lnTo>
                    <a:pt x="539564" y="4356"/>
                  </a:lnTo>
                  <a:lnTo>
                    <a:pt x="539564" y="14876"/>
                  </a:lnTo>
                  <a:lnTo>
                    <a:pt x="543827" y="19141"/>
                  </a:lnTo>
                  <a:lnTo>
                    <a:pt x="554368" y="19141"/>
                  </a:lnTo>
                  <a:lnTo>
                    <a:pt x="558633" y="14876"/>
                  </a:lnTo>
                  <a:lnTo>
                    <a:pt x="558633" y="4356"/>
                  </a:lnTo>
                  <a:lnTo>
                    <a:pt x="554368" y="91"/>
                  </a:lnTo>
                  <a:close/>
                </a:path>
                <a:path w="1771650" h="1315085">
                  <a:moveTo>
                    <a:pt x="592488" y="91"/>
                  </a:moveTo>
                  <a:lnTo>
                    <a:pt x="581947" y="91"/>
                  </a:lnTo>
                  <a:lnTo>
                    <a:pt x="577683" y="4356"/>
                  </a:lnTo>
                  <a:lnTo>
                    <a:pt x="577683" y="14876"/>
                  </a:lnTo>
                  <a:lnTo>
                    <a:pt x="581947" y="19141"/>
                  </a:lnTo>
                  <a:lnTo>
                    <a:pt x="592488" y="19141"/>
                  </a:lnTo>
                  <a:lnTo>
                    <a:pt x="596752" y="14876"/>
                  </a:lnTo>
                  <a:lnTo>
                    <a:pt x="596752" y="4356"/>
                  </a:lnTo>
                  <a:lnTo>
                    <a:pt x="592488" y="91"/>
                  </a:lnTo>
                  <a:close/>
                </a:path>
                <a:path w="1771650" h="1315085">
                  <a:moveTo>
                    <a:pt x="630607" y="91"/>
                  </a:moveTo>
                  <a:lnTo>
                    <a:pt x="620066" y="91"/>
                  </a:lnTo>
                  <a:lnTo>
                    <a:pt x="615802" y="4356"/>
                  </a:lnTo>
                  <a:lnTo>
                    <a:pt x="615802" y="14876"/>
                  </a:lnTo>
                  <a:lnTo>
                    <a:pt x="620066" y="19141"/>
                  </a:lnTo>
                  <a:lnTo>
                    <a:pt x="630607" y="19141"/>
                  </a:lnTo>
                  <a:lnTo>
                    <a:pt x="634871" y="14876"/>
                  </a:lnTo>
                  <a:lnTo>
                    <a:pt x="634871" y="4356"/>
                  </a:lnTo>
                  <a:lnTo>
                    <a:pt x="630607" y="91"/>
                  </a:lnTo>
                  <a:close/>
                </a:path>
                <a:path w="1771650" h="1315085">
                  <a:moveTo>
                    <a:pt x="668726" y="91"/>
                  </a:moveTo>
                  <a:lnTo>
                    <a:pt x="658185" y="91"/>
                  </a:lnTo>
                  <a:lnTo>
                    <a:pt x="653921" y="4356"/>
                  </a:lnTo>
                  <a:lnTo>
                    <a:pt x="653921" y="14876"/>
                  </a:lnTo>
                  <a:lnTo>
                    <a:pt x="658185" y="19141"/>
                  </a:lnTo>
                  <a:lnTo>
                    <a:pt x="668726" y="19141"/>
                  </a:lnTo>
                  <a:lnTo>
                    <a:pt x="672990" y="14876"/>
                  </a:lnTo>
                  <a:lnTo>
                    <a:pt x="672990" y="4356"/>
                  </a:lnTo>
                  <a:lnTo>
                    <a:pt x="668726" y="91"/>
                  </a:lnTo>
                  <a:close/>
                </a:path>
                <a:path w="1771650" h="1315085">
                  <a:moveTo>
                    <a:pt x="706845" y="91"/>
                  </a:moveTo>
                  <a:lnTo>
                    <a:pt x="696304" y="91"/>
                  </a:lnTo>
                  <a:lnTo>
                    <a:pt x="692040" y="4356"/>
                  </a:lnTo>
                  <a:lnTo>
                    <a:pt x="692040" y="14876"/>
                  </a:lnTo>
                  <a:lnTo>
                    <a:pt x="696304" y="19141"/>
                  </a:lnTo>
                  <a:lnTo>
                    <a:pt x="706845" y="19141"/>
                  </a:lnTo>
                  <a:lnTo>
                    <a:pt x="711109" y="14876"/>
                  </a:lnTo>
                  <a:lnTo>
                    <a:pt x="711109" y="4356"/>
                  </a:lnTo>
                  <a:lnTo>
                    <a:pt x="706845" y="91"/>
                  </a:lnTo>
                  <a:close/>
                </a:path>
                <a:path w="1771650" h="1315085">
                  <a:moveTo>
                    <a:pt x="744964" y="91"/>
                  </a:moveTo>
                  <a:lnTo>
                    <a:pt x="734423" y="91"/>
                  </a:lnTo>
                  <a:lnTo>
                    <a:pt x="730159" y="4356"/>
                  </a:lnTo>
                  <a:lnTo>
                    <a:pt x="730159" y="14876"/>
                  </a:lnTo>
                  <a:lnTo>
                    <a:pt x="734423" y="19141"/>
                  </a:lnTo>
                  <a:lnTo>
                    <a:pt x="744964" y="19141"/>
                  </a:lnTo>
                  <a:lnTo>
                    <a:pt x="749228" y="14876"/>
                  </a:lnTo>
                  <a:lnTo>
                    <a:pt x="749228" y="4356"/>
                  </a:lnTo>
                  <a:lnTo>
                    <a:pt x="744964" y="91"/>
                  </a:lnTo>
                  <a:close/>
                </a:path>
                <a:path w="1771650" h="1315085">
                  <a:moveTo>
                    <a:pt x="783083" y="91"/>
                  </a:moveTo>
                  <a:lnTo>
                    <a:pt x="772542" y="91"/>
                  </a:lnTo>
                  <a:lnTo>
                    <a:pt x="768278" y="4356"/>
                  </a:lnTo>
                  <a:lnTo>
                    <a:pt x="768278" y="14876"/>
                  </a:lnTo>
                  <a:lnTo>
                    <a:pt x="772542" y="19141"/>
                  </a:lnTo>
                  <a:lnTo>
                    <a:pt x="783083" y="19141"/>
                  </a:lnTo>
                  <a:lnTo>
                    <a:pt x="787347" y="14876"/>
                  </a:lnTo>
                  <a:lnTo>
                    <a:pt x="787347" y="4356"/>
                  </a:lnTo>
                  <a:lnTo>
                    <a:pt x="783083" y="91"/>
                  </a:lnTo>
                  <a:close/>
                </a:path>
                <a:path w="1771650" h="1315085">
                  <a:moveTo>
                    <a:pt x="821202" y="91"/>
                  </a:moveTo>
                  <a:lnTo>
                    <a:pt x="810662" y="91"/>
                  </a:lnTo>
                  <a:lnTo>
                    <a:pt x="806397" y="4356"/>
                  </a:lnTo>
                  <a:lnTo>
                    <a:pt x="806397" y="14876"/>
                  </a:lnTo>
                  <a:lnTo>
                    <a:pt x="810662" y="19141"/>
                  </a:lnTo>
                  <a:lnTo>
                    <a:pt x="821202" y="19141"/>
                  </a:lnTo>
                  <a:lnTo>
                    <a:pt x="825466" y="14876"/>
                  </a:lnTo>
                  <a:lnTo>
                    <a:pt x="825466" y="4356"/>
                  </a:lnTo>
                  <a:lnTo>
                    <a:pt x="821202" y="91"/>
                  </a:lnTo>
                  <a:close/>
                </a:path>
                <a:path w="1771650" h="1315085">
                  <a:moveTo>
                    <a:pt x="859321" y="91"/>
                  </a:moveTo>
                  <a:lnTo>
                    <a:pt x="848781" y="91"/>
                  </a:lnTo>
                  <a:lnTo>
                    <a:pt x="844516" y="4356"/>
                  </a:lnTo>
                  <a:lnTo>
                    <a:pt x="844516" y="14876"/>
                  </a:lnTo>
                  <a:lnTo>
                    <a:pt x="848781" y="19141"/>
                  </a:lnTo>
                  <a:lnTo>
                    <a:pt x="859321" y="19141"/>
                  </a:lnTo>
                  <a:lnTo>
                    <a:pt x="863586" y="14876"/>
                  </a:lnTo>
                  <a:lnTo>
                    <a:pt x="863586" y="4356"/>
                  </a:lnTo>
                  <a:lnTo>
                    <a:pt x="859321" y="91"/>
                  </a:lnTo>
                  <a:close/>
                </a:path>
                <a:path w="1771650" h="1315085">
                  <a:moveTo>
                    <a:pt x="897440" y="91"/>
                  </a:moveTo>
                  <a:lnTo>
                    <a:pt x="886900" y="91"/>
                  </a:lnTo>
                  <a:lnTo>
                    <a:pt x="882636" y="4356"/>
                  </a:lnTo>
                  <a:lnTo>
                    <a:pt x="882636" y="14876"/>
                  </a:lnTo>
                  <a:lnTo>
                    <a:pt x="886900" y="19141"/>
                  </a:lnTo>
                  <a:lnTo>
                    <a:pt x="897440" y="19141"/>
                  </a:lnTo>
                  <a:lnTo>
                    <a:pt x="901705" y="14876"/>
                  </a:lnTo>
                  <a:lnTo>
                    <a:pt x="901705" y="4356"/>
                  </a:lnTo>
                  <a:lnTo>
                    <a:pt x="897440" y="91"/>
                  </a:lnTo>
                  <a:close/>
                </a:path>
                <a:path w="1771650" h="1315085">
                  <a:moveTo>
                    <a:pt x="935559" y="91"/>
                  </a:moveTo>
                  <a:lnTo>
                    <a:pt x="925019" y="91"/>
                  </a:lnTo>
                  <a:lnTo>
                    <a:pt x="920755" y="4356"/>
                  </a:lnTo>
                  <a:lnTo>
                    <a:pt x="920755" y="14876"/>
                  </a:lnTo>
                  <a:lnTo>
                    <a:pt x="925019" y="19141"/>
                  </a:lnTo>
                  <a:lnTo>
                    <a:pt x="935559" y="19141"/>
                  </a:lnTo>
                  <a:lnTo>
                    <a:pt x="939824" y="14876"/>
                  </a:lnTo>
                  <a:lnTo>
                    <a:pt x="939824" y="4356"/>
                  </a:lnTo>
                  <a:lnTo>
                    <a:pt x="935559" y="91"/>
                  </a:lnTo>
                  <a:close/>
                </a:path>
                <a:path w="1771650" h="1315085">
                  <a:moveTo>
                    <a:pt x="973678" y="91"/>
                  </a:moveTo>
                  <a:lnTo>
                    <a:pt x="963138" y="91"/>
                  </a:lnTo>
                  <a:lnTo>
                    <a:pt x="958874" y="4356"/>
                  </a:lnTo>
                  <a:lnTo>
                    <a:pt x="958874" y="14876"/>
                  </a:lnTo>
                  <a:lnTo>
                    <a:pt x="963138" y="19141"/>
                  </a:lnTo>
                  <a:lnTo>
                    <a:pt x="973678" y="19141"/>
                  </a:lnTo>
                  <a:lnTo>
                    <a:pt x="977943" y="14876"/>
                  </a:lnTo>
                  <a:lnTo>
                    <a:pt x="977943" y="4356"/>
                  </a:lnTo>
                  <a:lnTo>
                    <a:pt x="973678" y="91"/>
                  </a:lnTo>
                  <a:close/>
                </a:path>
                <a:path w="1771650" h="1315085">
                  <a:moveTo>
                    <a:pt x="1011797" y="91"/>
                  </a:moveTo>
                  <a:lnTo>
                    <a:pt x="1001257" y="91"/>
                  </a:lnTo>
                  <a:lnTo>
                    <a:pt x="996993" y="4356"/>
                  </a:lnTo>
                  <a:lnTo>
                    <a:pt x="996993" y="14876"/>
                  </a:lnTo>
                  <a:lnTo>
                    <a:pt x="1001257" y="19141"/>
                  </a:lnTo>
                  <a:lnTo>
                    <a:pt x="1011797" y="19141"/>
                  </a:lnTo>
                  <a:lnTo>
                    <a:pt x="1016062" y="14876"/>
                  </a:lnTo>
                  <a:lnTo>
                    <a:pt x="1016062" y="4356"/>
                  </a:lnTo>
                  <a:lnTo>
                    <a:pt x="1011797" y="91"/>
                  </a:lnTo>
                  <a:close/>
                </a:path>
                <a:path w="1771650" h="1315085">
                  <a:moveTo>
                    <a:pt x="1049916" y="91"/>
                  </a:moveTo>
                  <a:lnTo>
                    <a:pt x="1039376" y="91"/>
                  </a:lnTo>
                  <a:lnTo>
                    <a:pt x="1035112" y="4356"/>
                  </a:lnTo>
                  <a:lnTo>
                    <a:pt x="1035112" y="14876"/>
                  </a:lnTo>
                  <a:lnTo>
                    <a:pt x="1039376" y="19141"/>
                  </a:lnTo>
                  <a:lnTo>
                    <a:pt x="1049916" y="19141"/>
                  </a:lnTo>
                  <a:lnTo>
                    <a:pt x="1054181" y="14876"/>
                  </a:lnTo>
                  <a:lnTo>
                    <a:pt x="1054181" y="4356"/>
                  </a:lnTo>
                  <a:lnTo>
                    <a:pt x="1049916" y="91"/>
                  </a:lnTo>
                  <a:close/>
                </a:path>
                <a:path w="1771650" h="1315085">
                  <a:moveTo>
                    <a:pt x="1088035" y="91"/>
                  </a:moveTo>
                  <a:lnTo>
                    <a:pt x="1077495" y="91"/>
                  </a:lnTo>
                  <a:lnTo>
                    <a:pt x="1073231" y="4356"/>
                  </a:lnTo>
                  <a:lnTo>
                    <a:pt x="1073231" y="14876"/>
                  </a:lnTo>
                  <a:lnTo>
                    <a:pt x="1077495" y="19141"/>
                  </a:lnTo>
                  <a:lnTo>
                    <a:pt x="1088035" y="19141"/>
                  </a:lnTo>
                  <a:lnTo>
                    <a:pt x="1092300" y="14876"/>
                  </a:lnTo>
                  <a:lnTo>
                    <a:pt x="1092300" y="4356"/>
                  </a:lnTo>
                  <a:lnTo>
                    <a:pt x="1088035" y="91"/>
                  </a:lnTo>
                  <a:close/>
                </a:path>
                <a:path w="1771650" h="1315085">
                  <a:moveTo>
                    <a:pt x="1126154" y="91"/>
                  </a:moveTo>
                  <a:lnTo>
                    <a:pt x="1115613" y="91"/>
                  </a:lnTo>
                  <a:lnTo>
                    <a:pt x="1111350" y="4356"/>
                  </a:lnTo>
                  <a:lnTo>
                    <a:pt x="1111350" y="14876"/>
                  </a:lnTo>
                  <a:lnTo>
                    <a:pt x="1115613" y="19141"/>
                  </a:lnTo>
                  <a:lnTo>
                    <a:pt x="1126154" y="19141"/>
                  </a:lnTo>
                  <a:lnTo>
                    <a:pt x="1130419" y="14876"/>
                  </a:lnTo>
                  <a:lnTo>
                    <a:pt x="1130419" y="4356"/>
                  </a:lnTo>
                  <a:lnTo>
                    <a:pt x="1126154" y="91"/>
                  </a:lnTo>
                  <a:close/>
                </a:path>
                <a:path w="1771650" h="1315085">
                  <a:moveTo>
                    <a:pt x="1164273" y="91"/>
                  </a:moveTo>
                  <a:lnTo>
                    <a:pt x="1153732" y="91"/>
                  </a:lnTo>
                  <a:lnTo>
                    <a:pt x="1149469" y="4356"/>
                  </a:lnTo>
                  <a:lnTo>
                    <a:pt x="1149469" y="14876"/>
                  </a:lnTo>
                  <a:lnTo>
                    <a:pt x="1153732" y="19141"/>
                  </a:lnTo>
                  <a:lnTo>
                    <a:pt x="1164273" y="19141"/>
                  </a:lnTo>
                  <a:lnTo>
                    <a:pt x="1168538" y="14876"/>
                  </a:lnTo>
                  <a:lnTo>
                    <a:pt x="1168538" y="4356"/>
                  </a:lnTo>
                  <a:lnTo>
                    <a:pt x="1164273" y="91"/>
                  </a:lnTo>
                  <a:close/>
                </a:path>
                <a:path w="1771650" h="1315085">
                  <a:moveTo>
                    <a:pt x="1202392" y="91"/>
                  </a:moveTo>
                  <a:lnTo>
                    <a:pt x="1191851" y="91"/>
                  </a:lnTo>
                  <a:lnTo>
                    <a:pt x="1187588" y="4356"/>
                  </a:lnTo>
                  <a:lnTo>
                    <a:pt x="1187588" y="14876"/>
                  </a:lnTo>
                  <a:lnTo>
                    <a:pt x="1191851" y="19141"/>
                  </a:lnTo>
                  <a:lnTo>
                    <a:pt x="1202392" y="19141"/>
                  </a:lnTo>
                  <a:lnTo>
                    <a:pt x="1206656" y="14876"/>
                  </a:lnTo>
                  <a:lnTo>
                    <a:pt x="1206656" y="4356"/>
                  </a:lnTo>
                  <a:lnTo>
                    <a:pt x="1202392" y="91"/>
                  </a:lnTo>
                  <a:close/>
                </a:path>
                <a:path w="1771650" h="1315085">
                  <a:moveTo>
                    <a:pt x="1240511" y="91"/>
                  </a:moveTo>
                  <a:lnTo>
                    <a:pt x="1229970" y="91"/>
                  </a:lnTo>
                  <a:lnTo>
                    <a:pt x="1225706" y="4356"/>
                  </a:lnTo>
                  <a:lnTo>
                    <a:pt x="1225706" y="14876"/>
                  </a:lnTo>
                  <a:lnTo>
                    <a:pt x="1229970" y="19141"/>
                  </a:lnTo>
                  <a:lnTo>
                    <a:pt x="1240511" y="19141"/>
                  </a:lnTo>
                  <a:lnTo>
                    <a:pt x="1244775" y="14876"/>
                  </a:lnTo>
                  <a:lnTo>
                    <a:pt x="1244775" y="4356"/>
                  </a:lnTo>
                  <a:lnTo>
                    <a:pt x="1240511" y="91"/>
                  </a:lnTo>
                  <a:close/>
                </a:path>
                <a:path w="1771650" h="1315085">
                  <a:moveTo>
                    <a:pt x="1278630" y="91"/>
                  </a:moveTo>
                  <a:lnTo>
                    <a:pt x="1268089" y="91"/>
                  </a:lnTo>
                  <a:lnTo>
                    <a:pt x="1263826" y="4356"/>
                  </a:lnTo>
                  <a:lnTo>
                    <a:pt x="1263826" y="14876"/>
                  </a:lnTo>
                  <a:lnTo>
                    <a:pt x="1268089" y="19141"/>
                  </a:lnTo>
                  <a:lnTo>
                    <a:pt x="1278630" y="19141"/>
                  </a:lnTo>
                  <a:lnTo>
                    <a:pt x="1282895" y="14876"/>
                  </a:lnTo>
                  <a:lnTo>
                    <a:pt x="1282895" y="4356"/>
                  </a:lnTo>
                  <a:lnTo>
                    <a:pt x="1278630" y="91"/>
                  </a:lnTo>
                  <a:close/>
                </a:path>
                <a:path w="1771650" h="1315085">
                  <a:moveTo>
                    <a:pt x="1316749" y="91"/>
                  </a:moveTo>
                  <a:lnTo>
                    <a:pt x="1306208" y="91"/>
                  </a:lnTo>
                  <a:lnTo>
                    <a:pt x="1301945" y="4356"/>
                  </a:lnTo>
                  <a:lnTo>
                    <a:pt x="1301945" y="14876"/>
                  </a:lnTo>
                  <a:lnTo>
                    <a:pt x="1306208" y="19141"/>
                  </a:lnTo>
                  <a:lnTo>
                    <a:pt x="1316749" y="19141"/>
                  </a:lnTo>
                  <a:lnTo>
                    <a:pt x="1321014" y="14876"/>
                  </a:lnTo>
                  <a:lnTo>
                    <a:pt x="1321014" y="4356"/>
                  </a:lnTo>
                  <a:lnTo>
                    <a:pt x="1316749" y="91"/>
                  </a:lnTo>
                  <a:close/>
                </a:path>
                <a:path w="1771650" h="1315085">
                  <a:moveTo>
                    <a:pt x="1354869" y="91"/>
                  </a:moveTo>
                  <a:lnTo>
                    <a:pt x="1344329" y="91"/>
                  </a:lnTo>
                  <a:lnTo>
                    <a:pt x="1340064" y="4356"/>
                  </a:lnTo>
                  <a:lnTo>
                    <a:pt x="1340064" y="14876"/>
                  </a:lnTo>
                  <a:lnTo>
                    <a:pt x="1344329" y="19141"/>
                  </a:lnTo>
                  <a:lnTo>
                    <a:pt x="1354869" y="19141"/>
                  </a:lnTo>
                  <a:lnTo>
                    <a:pt x="1359133" y="14876"/>
                  </a:lnTo>
                  <a:lnTo>
                    <a:pt x="1359133" y="4356"/>
                  </a:lnTo>
                  <a:lnTo>
                    <a:pt x="1354869" y="91"/>
                  </a:lnTo>
                  <a:close/>
                </a:path>
                <a:path w="1771650" h="1315085">
                  <a:moveTo>
                    <a:pt x="1382915" y="638"/>
                  </a:moveTo>
                  <a:lnTo>
                    <a:pt x="1378440" y="4682"/>
                  </a:lnTo>
                  <a:lnTo>
                    <a:pt x="1377909" y="15190"/>
                  </a:lnTo>
                  <a:lnTo>
                    <a:pt x="1381953" y="19664"/>
                  </a:lnTo>
                  <a:lnTo>
                    <a:pt x="1392480" y="20196"/>
                  </a:lnTo>
                  <a:lnTo>
                    <a:pt x="1396954" y="16153"/>
                  </a:lnTo>
                  <a:lnTo>
                    <a:pt x="1397485" y="5646"/>
                  </a:lnTo>
                  <a:lnTo>
                    <a:pt x="1393441" y="1170"/>
                  </a:lnTo>
                  <a:lnTo>
                    <a:pt x="1382915" y="638"/>
                  </a:lnTo>
                  <a:close/>
                </a:path>
                <a:path w="1771650" h="1315085">
                  <a:moveTo>
                    <a:pt x="1421848" y="3543"/>
                  </a:moveTo>
                  <a:lnTo>
                    <a:pt x="1416991" y="7117"/>
                  </a:lnTo>
                  <a:lnTo>
                    <a:pt x="1415407" y="17518"/>
                  </a:lnTo>
                  <a:lnTo>
                    <a:pt x="1418981" y="22376"/>
                  </a:lnTo>
                  <a:lnTo>
                    <a:pt x="1429401" y="23962"/>
                  </a:lnTo>
                  <a:lnTo>
                    <a:pt x="1434259" y="20388"/>
                  </a:lnTo>
                  <a:lnTo>
                    <a:pt x="1435842" y="9987"/>
                  </a:lnTo>
                  <a:lnTo>
                    <a:pt x="1432269" y="5129"/>
                  </a:lnTo>
                  <a:lnTo>
                    <a:pt x="1421848" y="3543"/>
                  </a:lnTo>
                  <a:close/>
                </a:path>
                <a:path w="1771650" h="1315085">
                  <a:moveTo>
                    <a:pt x="1460308" y="10241"/>
                  </a:moveTo>
                  <a:lnTo>
                    <a:pt x="1455119" y="13313"/>
                  </a:lnTo>
                  <a:lnTo>
                    <a:pt x="1452505" y="23505"/>
                  </a:lnTo>
                  <a:lnTo>
                    <a:pt x="1455576" y="28694"/>
                  </a:lnTo>
                  <a:lnTo>
                    <a:pt x="1465787" y="31313"/>
                  </a:lnTo>
                  <a:lnTo>
                    <a:pt x="1470976" y="28240"/>
                  </a:lnTo>
                  <a:lnTo>
                    <a:pt x="1473589" y="18050"/>
                  </a:lnTo>
                  <a:lnTo>
                    <a:pt x="1470519" y="12860"/>
                  </a:lnTo>
                  <a:lnTo>
                    <a:pt x="1460308" y="10241"/>
                  </a:lnTo>
                  <a:close/>
                </a:path>
                <a:path w="1771650" h="1315085">
                  <a:moveTo>
                    <a:pt x="1497925" y="20694"/>
                  </a:moveTo>
                  <a:lnTo>
                    <a:pt x="1492454" y="23232"/>
                  </a:lnTo>
                  <a:lnTo>
                    <a:pt x="1488836" y="33111"/>
                  </a:lnTo>
                  <a:lnTo>
                    <a:pt x="1491374" y="38582"/>
                  </a:lnTo>
                  <a:lnTo>
                    <a:pt x="1501272" y="42207"/>
                  </a:lnTo>
                  <a:lnTo>
                    <a:pt x="1506741" y="39669"/>
                  </a:lnTo>
                  <a:lnTo>
                    <a:pt x="1510360" y="29790"/>
                  </a:lnTo>
                  <a:lnTo>
                    <a:pt x="1507822" y="24319"/>
                  </a:lnTo>
                  <a:lnTo>
                    <a:pt x="1497925" y="20694"/>
                  </a:lnTo>
                  <a:close/>
                </a:path>
                <a:path w="1771650" h="1315085">
                  <a:moveTo>
                    <a:pt x="1534316" y="34804"/>
                  </a:moveTo>
                  <a:lnTo>
                    <a:pt x="1528621" y="36790"/>
                  </a:lnTo>
                  <a:lnTo>
                    <a:pt x="1524048" y="46266"/>
                  </a:lnTo>
                  <a:lnTo>
                    <a:pt x="1526035" y="51960"/>
                  </a:lnTo>
                  <a:lnTo>
                    <a:pt x="1535527" y="56541"/>
                  </a:lnTo>
                  <a:lnTo>
                    <a:pt x="1541222" y="54555"/>
                  </a:lnTo>
                  <a:lnTo>
                    <a:pt x="1545795" y="45079"/>
                  </a:lnTo>
                  <a:lnTo>
                    <a:pt x="1543808" y="39385"/>
                  </a:lnTo>
                  <a:lnTo>
                    <a:pt x="1534316" y="34804"/>
                  </a:lnTo>
                  <a:close/>
                </a:path>
                <a:path w="1771650" h="1315085">
                  <a:moveTo>
                    <a:pt x="1569129" y="52417"/>
                  </a:moveTo>
                  <a:lnTo>
                    <a:pt x="1563269" y="53844"/>
                  </a:lnTo>
                  <a:lnTo>
                    <a:pt x="1557798" y="62830"/>
                  </a:lnTo>
                  <a:lnTo>
                    <a:pt x="1559224" y="68691"/>
                  </a:lnTo>
                  <a:lnTo>
                    <a:pt x="1568227" y="74171"/>
                  </a:lnTo>
                  <a:lnTo>
                    <a:pt x="1574087" y="72745"/>
                  </a:lnTo>
                  <a:lnTo>
                    <a:pt x="1579558" y="63757"/>
                  </a:lnTo>
                  <a:lnTo>
                    <a:pt x="1578132" y="57898"/>
                  </a:lnTo>
                  <a:lnTo>
                    <a:pt x="1569129" y="52417"/>
                  </a:lnTo>
                  <a:close/>
                </a:path>
                <a:path w="1771650" h="1315085">
                  <a:moveTo>
                    <a:pt x="1602036" y="73347"/>
                  </a:moveTo>
                  <a:lnTo>
                    <a:pt x="1596066" y="74208"/>
                  </a:lnTo>
                  <a:lnTo>
                    <a:pt x="1589765" y="82633"/>
                  </a:lnTo>
                  <a:lnTo>
                    <a:pt x="1590625" y="88602"/>
                  </a:lnTo>
                  <a:lnTo>
                    <a:pt x="1599065" y="94915"/>
                  </a:lnTo>
                  <a:lnTo>
                    <a:pt x="1605034" y="94054"/>
                  </a:lnTo>
                  <a:lnTo>
                    <a:pt x="1611336" y="85629"/>
                  </a:lnTo>
                  <a:lnTo>
                    <a:pt x="1610475" y="79660"/>
                  </a:lnTo>
                  <a:lnTo>
                    <a:pt x="1602036" y="73347"/>
                  </a:lnTo>
                  <a:close/>
                </a:path>
                <a:path w="1771650" h="1315085">
                  <a:moveTo>
                    <a:pt x="1632739" y="97375"/>
                  </a:moveTo>
                  <a:lnTo>
                    <a:pt x="1626716" y="97669"/>
                  </a:lnTo>
                  <a:lnTo>
                    <a:pt x="1619647" y="105462"/>
                  </a:lnTo>
                  <a:lnTo>
                    <a:pt x="1619891" y="110481"/>
                  </a:lnTo>
                  <a:lnTo>
                    <a:pt x="1619940" y="111485"/>
                  </a:lnTo>
                  <a:lnTo>
                    <a:pt x="1627747" y="118567"/>
                  </a:lnTo>
                  <a:lnTo>
                    <a:pt x="1633771" y="118273"/>
                  </a:lnTo>
                  <a:lnTo>
                    <a:pt x="1640840" y="110481"/>
                  </a:lnTo>
                  <a:lnTo>
                    <a:pt x="1640595" y="105462"/>
                  </a:lnTo>
                  <a:lnTo>
                    <a:pt x="1640546" y="104457"/>
                  </a:lnTo>
                  <a:lnTo>
                    <a:pt x="1632739" y="97375"/>
                  </a:lnTo>
                  <a:close/>
                </a:path>
                <a:path w="1771650" h="1315085">
                  <a:moveTo>
                    <a:pt x="1654935" y="123992"/>
                  </a:moveTo>
                  <a:lnTo>
                    <a:pt x="1647168" y="131088"/>
                  </a:lnTo>
                  <a:lnTo>
                    <a:pt x="1646896" y="137113"/>
                  </a:lnTo>
                  <a:lnTo>
                    <a:pt x="1654004" y="144894"/>
                  </a:lnTo>
                  <a:lnTo>
                    <a:pt x="1660029" y="145167"/>
                  </a:lnTo>
                  <a:lnTo>
                    <a:pt x="1667797" y="138070"/>
                  </a:lnTo>
                  <a:lnTo>
                    <a:pt x="1668070" y="132046"/>
                  </a:lnTo>
                  <a:lnTo>
                    <a:pt x="1660960" y="124264"/>
                  </a:lnTo>
                  <a:lnTo>
                    <a:pt x="1654935" y="123992"/>
                  </a:lnTo>
                  <a:close/>
                </a:path>
                <a:path w="1771650" h="1315085">
                  <a:moveTo>
                    <a:pt x="1680527" y="152916"/>
                  </a:moveTo>
                  <a:lnTo>
                    <a:pt x="1672094" y="159207"/>
                  </a:lnTo>
                  <a:lnTo>
                    <a:pt x="1671226" y="165174"/>
                  </a:lnTo>
                  <a:lnTo>
                    <a:pt x="1677527" y="173622"/>
                  </a:lnTo>
                  <a:lnTo>
                    <a:pt x="1683495" y="174491"/>
                  </a:lnTo>
                  <a:lnTo>
                    <a:pt x="1691928" y="168201"/>
                  </a:lnTo>
                  <a:lnTo>
                    <a:pt x="1692796" y="162233"/>
                  </a:lnTo>
                  <a:lnTo>
                    <a:pt x="1686495" y="153785"/>
                  </a:lnTo>
                  <a:lnTo>
                    <a:pt x="1680527" y="152916"/>
                  </a:lnTo>
                  <a:close/>
                </a:path>
                <a:path w="1771650" h="1315085">
                  <a:moveTo>
                    <a:pt x="1703146" y="184193"/>
                  </a:moveTo>
                  <a:lnTo>
                    <a:pt x="1694150" y="189649"/>
                  </a:lnTo>
                  <a:lnTo>
                    <a:pt x="1692715" y="195507"/>
                  </a:lnTo>
                  <a:lnTo>
                    <a:pt x="1698181" y="204519"/>
                  </a:lnTo>
                  <a:lnTo>
                    <a:pt x="1704039" y="205954"/>
                  </a:lnTo>
                  <a:lnTo>
                    <a:pt x="1713035" y="200497"/>
                  </a:lnTo>
                  <a:lnTo>
                    <a:pt x="1714469" y="194640"/>
                  </a:lnTo>
                  <a:lnTo>
                    <a:pt x="1709003" y="185628"/>
                  </a:lnTo>
                  <a:lnTo>
                    <a:pt x="1703146" y="184193"/>
                  </a:lnTo>
                  <a:close/>
                </a:path>
                <a:path w="1771650" h="1315085">
                  <a:moveTo>
                    <a:pt x="1722620" y="217525"/>
                  </a:moveTo>
                  <a:lnTo>
                    <a:pt x="1713138" y="222084"/>
                  </a:lnTo>
                  <a:lnTo>
                    <a:pt x="1711143" y="227775"/>
                  </a:lnTo>
                  <a:lnTo>
                    <a:pt x="1715711" y="237275"/>
                  </a:lnTo>
                  <a:lnTo>
                    <a:pt x="1721402" y="239270"/>
                  </a:lnTo>
                  <a:lnTo>
                    <a:pt x="1730884" y="234711"/>
                  </a:lnTo>
                  <a:lnTo>
                    <a:pt x="1732879" y="229019"/>
                  </a:lnTo>
                  <a:lnTo>
                    <a:pt x="1728311" y="219520"/>
                  </a:lnTo>
                  <a:lnTo>
                    <a:pt x="1722620" y="217525"/>
                  </a:lnTo>
                  <a:close/>
                </a:path>
                <a:path w="1771650" h="1315085">
                  <a:moveTo>
                    <a:pt x="1738765" y="252606"/>
                  </a:moveTo>
                  <a:lnTo>
                    <a:pt x="1728877" y="256199"/>
                  </a:lnTo>
                  <a:lnTo>
                    <a:pt x="1726324" y="261663"/>
                  </a:lnTo>
                  <a:lnTo>
                    <a:pt x="1729924" y="271570"/>
                  </a:lnTo>
                  <a:lnTo>
                    <a:pt x="1735388" y="274121"/>
                  </a:lnTo>
                  <a:lnTo>
                    <a:pt x="1745277" y="270529"/>
                  </a:lnTo>
                  <a:lnTo>
                    <a:pt x="1747829" y="265065"/>
                  </a:lnTo>
                  <a:lnTo>
                    <a:pt x="1744230" y="255158"/>
                  </a:lnTo>
                  <a:lnTo>
                    <a:pt x="1738765" y="252606"/>
                  </a:lnTo>
                  <a:close/>
                </a:path>
                <a:path w="1771650" h="1315085">
                  <a:moveTo>
                    <a:pt x="1751351" y="289095"/>
                  </a:moveTo>
                  <a:lnTo>
                    <a:pt x="1741163" y="291720"/>
                  </a:lnTo>
                  <a:lnTo>
                    <a:pt x="1738097" y="296913"/>
                  </a:lnTo>
                  <a:lnTo>
                    <a:pt x="1740726" y="307120"/>
                  </a:lnTo>
                  <a:lnTo>
                    <a:pt x="1745921" y="310186"/>
                  </a:lnTo>
                  <a:lnTo>
                    <a:pt x="1756109" y="307560"/>
                  </a:lnTo>
                  <a:lnTo>
                    <a:pt x="1759174" y="302367"/>
                  </a:lnTo>
                  <a:lnTo>
                    <a:pt x="1756544" y="292160"/>
                  </a:lnTo>
                  <a:lnTo>
                    <a:pt x="1751351" y="289095"/>
                  </a:lnTo>
                  <a:close/>
                </a:path>
                <a:path w="1771650" h="1315085">
                  <a:moveTo>
                    <a:pt x="1760340" y="326656"/>
                  </a:moveTo>
                  <a:lnTo>
                    <a:pt x="1749939" y="328242"/>
                  </a:lnTo>
                  <a:lnTo>
                    <a:pt x="1746366" y="333101"/>
                  </a:lnTo>
                  <a:lnTo>
                    <a:pt x="1747956" y="343522"/>
                  </a:lnTo>
                  <a:lnTo>
                    <a:pt x="1752815" y="347094"/>
                  </a:lnTo>
                  <a:lnTo>
                    <a:pt x="1763217" y="345507"/>
                  </a:lnTo>
                  <a:lnTo>
                    <a:pt x="1766789" y="340648"/>
                  </a:lnTo>
                  <a:lnTo>
                    <a:pt x="1765199" y="330229"/>
                  </a:lnTo>
                  <a:lnTo>
                    <a:pt x="1760340" y="326656"/>
                  </a:lnTo>
                  <a:close/>
                </a:path>
                <a:path w="1771650" h="1315085">
                  <a:moveTo>
                    <a:pt x="1765604" y="364910"/>
                  </a:moveTo>
                  <a:lnTo>
                    <a:pt x="1755098" y="365462"/>
                  </a:lnTo>
                  <a:lnTo>
                    <a:pt x="1751063" y="369944"/>
                  </a:lnTo>
                  <a:lnTo>
                    <a:pt x="1751563" y="379470"/>
                  </a:lnTo>
                  <a:lnTo>
                    <a:pt x="1751615" y="380470"/>
                  </a:lnTo>
                  <a:lnTo>
                    <a:pt x="1756098" y="384505"/>
                  </a:lnTo>
                  <a:lnTo>
                    <a:pt x="1766605" y="383952"/>
                  </a:lnTo>
                  <a:lnTo>
                    <a:pt x="1770640" y="379470"/>
                  </a:lnTo>
                  <a:lnTo>
                    <a:pt x="1770139" y="369944"/>
                  </a:lnTo>
                  <a:lnTo>
                    <a:pt x="1770086" y="368945"/>
                  </a:lnTo>
                  <a:lnTo>
                    <a:pt x="1765604" y="364910"/>
                  </a:lnTo>
                  <a:close/>
                </a:path>
                <a:path w="1771650" h="1315085">
                  <a:moveTo>
                    <a:pt x="1767385" y="403260"/>
                  </a:moveTo>
                  <a:lnTo>
                    <a:pt x="1756864" y="403260"/>
                  </a:lnTo>
                  <a:lnTo>
                    <a:pt x="1752600" y="407525"/>
                  </a:lnTo>
                  <a:lnTo>
                    <a:pt x="1752600" y="418064"/>
                  </a:lnTo>
                  <a:lnTo>
                    <a:pt x="1756864" y="422329"/>
                  </a:lnTo>
                  <a:lnTo>
                    <a:pt x="1767385" y="422329"/>
                  </a:lnTo>
                  <a:lnTo>
                    <a:pt x="1771650" y="418064"/>
                  </a:lnTo>
                  <a:lnTo>
                    <a:pt x="1771650" y="407525"/>
                  </a:lnTo>
                  <a:lnTo>
                    <a:pt x="1767385" y="403260"/>
                  </a:lnTo>
                  <a:close/>
                </a:path>
                <a:path w="1771650" h="1315085">
                  <a:moveTo>
                    <a:pt x="1767385" y="441379"/>
                  </a:moveTo>
                  <a:lnTo>
                    <a:pt x="1756864" y="441379"/>
                  </a:lnTo>
                  <a:lnTo>
                    <a:pt x="1752600" y="445644"/>
                  </a:lnTo>
                  <a:lnTo>
                    <a:pt x="1752600" y="456184"/>
                  </a:lnTo>
                  <a:lnTo>
                    <a:pt x="1756864" y="460448"/>
                  </a:lnTo>
                  <a:lnTo>
                    <a:pt x="1767385" y="460448"/>
                  </a:lnTo>
                  <a:lnTo>
                    <a:pt x="1771650" y="456184"/>
                  </a:lnTo>
                  <a:lnTo>
                    <a:pt x="1771650" y="445644"/>
                  </a:lnTo>
                  <a:lnTo>
                    <a:pt x="1767385" y="441379"/>
                  </a:lnTo>
                  <a:close/>
                </a:path>
                <a:path w="1771650" h="1315085">
                  <a:moveTo>
                    <a:pt x="1767385" y="479498"/>
                  </a:moveTo>
                  <a:lnTo>
                    <a:pt x="1756864" y="479498"/>
                  </a:lnTo>
                  <a:lnTo>
                    <a:pt x="1752600" y="483763"/>
                  </a:lnTo>
                  <a:lnTo>
                    <a:pt x="1752600" y="494303"/>
                  </a:lnTo>
                  <a:lnTo>
                    <a:pt x="1756864" y="498567"/>
                  </a:lnTo>
                  <a:lnTo>
                    <a:pt x="1767385" y="498567"/>
                  </a:lnTo>
                  <a:lnTo>
                    <a:pt x="1771650" y="494303"/>
                  </a:lnTo>
                  <a:lnTo>
                    <a:pt x="1771650" y="483763"/>
                  </a:lnTo>
                  <a:lnTo>
                    <a:pt x="1767385" y="479498"/>
                  </a:lnTo>
                  <a:close/>
                </a:path>
                <a:path w="1771650" h="1315085">
                  <a:moveTo>
                    <a:pt x="1767385" y="517617"/>
                  </a:moveTo>
                  <a:lnTo>
                    <a:pt x="1756864" y="517617"/>
                  </a:lnTo>
                  <a:lnTo>
                    <a:pt x="1752600" y="521882"/>
                  </a:lnTo>
                  <a:lnTo>
                    <a:pt x="1752600" y="532422"/>
                  </a:lnTo>
                  <a:lnTo>
                    <a:pt x="1756864" y="536686"/>
                  </a:lnTo>
                  <a:lnTo>
                    <a:pt x="1767385" y="536686"/>
                  </a:lnTo>
                  <a:lnTo>
                    <a:pt x="1771650" y="532422"/>
                  </a:lnTo>
                  <a:lnTo>
                    <a:pt x="1771650" y="521882"/>
                  </a:lnTo>
                  <a:lnTo>
                    <a:pt x="1767385" y="517617"/>
                  </a:lnTo>
                  <a:close/>
                </a:path>
                <a:path w="1771650" h="1315085">
                  <a:moveTo>
                    <a:pt x="1767385" y="555736"/>
                  </a:moveTo>
                  <a:lnTo>
                    <a:pt x="1756864" y="555736"/>
                  </a:lnTo>
                  <a:lnTo>
                    <a:pt x="1752600" y="560001"/>
                  </a:lnTo>
                  <a:lnTo>
                    <a:pt x="1752600" y="570541"/>
                  </a:lnTo>
                  <a:lnTo>
                    <a:pt x="1756864" y="574805"/>
                  </a:lnTo>
                  <a:lnTo>
                    <a:pt x="1767385" y="574805"/>
                  </a:lnTo>
                  <a:lnTo>
                    <a:pt x="1771650" y="570541"/>
                  </a:lnTo>
                  <a:lnTo>
                    <a:pt x="1771650" y="560001"/>
                  </a:lnTo>
                  <a:lnTo>
                    <a:pt x="1767385" y="555736"/>
                  </a:lnTo>
                  <a:close/>
                </a:path>
                <a:path w="1771650" h="1315085">
                  <a:moveTo>
                    <a:pt x="1767385" y="593855"/>
                  </a:moveTo>
                  <a:lnTo>
                    <a:pt x="1756864" y="593855"/>
                  </a:lnTo>
                  <a:lnTo>
                    <a:pt x="1752600" y="598120"/>
                  </a:lnTo>
                  <a:lnTo>
                    <a:pt x="1752600" y="608660"/>
                  </a:lnTo>
                  <a:lnTo>
                    <a:pt x="1756864" y="612924"/>
                  </a:lnTo>
                  <a:lnTo>
                    <a:pt x="1767385" y="612924"/>
                  </a:lnTo>
                  <a:lnTo>
                    <a:pt x="1771650" y="608660"/>
                  </a:lnTo>
                  <a:lnTo>
                    <a:pt x="1771650" y="598120"/>
                  </a:lnTo>
                  <a:lnTo>
                    <a:pt x="1767385" y="593855"/>
                  </a:lnTo>
                  <a:close/>
                </a:path>
                <a:path w="1771650" h="1315085">
                  <a:moveTo>
                    <a:pt x="1767385" y="631974"/>
                  </a:moveTo>
                  <a:lnTo>
                    <a:pt x="1756864" y="631974"/>
                  </a:lnTo>
                  <a:lnTo>
                    <a:pt x="1752600" y="636239"/>
                  </a:lnTo>
                  <a:lnTo>
                    <a:pt x="1752600" y="646779"/>
                  </a:lnTo>
                  <a:lnTo>
                    <a:pt x="1756864" y="651043"/>
                  </a:lnTo>
                  <a:lnTo>
                    <a:pt x="1767385" y="651043"/>
                  </a:lnTo>
                  <a:lnTo>
                    <a:pt x="1771650" y="646779"/>
                  </a:lnTo>
                  <a:lnTo>
                    <a:pt x="1771650" y="636239"/>
                  </a:lnTo>
                  <a:lnTo>
                    <a:pt x="1767385" y="631974"/>
                  </a:lnTo>
                  <a:close/>
                </a:path>
                <a:path w="1771650" h="1315085">
                  <a:moveTo>
                    <a:pt x="1767385" y="670093"/>
                  </a:moveTo>
                  <a:lnTo>
                    <a:pt x="1756864" y="670093"/>
                  </a:lnTo>
                  <a:lnTo>
                    <a:pt x="1752600" y="674358"/>
                  </a:lnTo>
                  <a:lnTo>
                    <a:pt x="1752600" y="684898"/>
                  </a:lnTo>
                  <a:lnTo>
                    <a:pt x="1756864" y="689162"/>
                  </a:lnTo>
                  <a:lnTo>
                    <a:pt x="1767385" y="689162"/>
                  </a:lnTo>
                  <a:lnTo>
                    <a:pt x="1771650" y="684898"/>
                  </a:lnTo>
                  <a:lnTo>
                    <a:pt x="1771650" y="674358"/>
                  </a:lnTo>
                  <a:lnTo>
                    <a:pt x="1767385" y="670093"/>
                  </a:lnTo>
                  <a:close/>
                </a:path>
                <a:path w="1771650" h="1315085">
                  <a:moveTo>
                    <a:pt x="1767385" y="708212"/>
                  </a:moveTo>
                  <a:lnTo>
                    <a:pt x="1756864" y="708212"/>
                  </a:lnTo>
                  <a:lnTo>
                    <a:pt x="1752600" y="712477"/>
                  </a:lnTo>
                  <a:lnTo>
                    <a:pt x="1752600" y="723017"/>
                  </a:lnTo>
                  <a:lnTo>
                    <a:pt x="1756864" y="727282"/>
                  </a:lnTo>
                  <a:lnTo>
                    <a:pt x="1767385" y="727282"/>
                  </a:lnTo>
                  <a:lnTo>
                    <a:pt x="1771650" y="723017"/>
                  </a:lnTo>
                  <a:lnTo>
                    <a:pt x="1771650" y="712477"/>
                  </a:lnTo>
                  <a:lnTo>
                    <a:pt x="1767385" y="708212"/>
                  </a:lnTo>
                  <a:close/>
                </a:path>
                <a:path w="1771650" h="1315085">
                  <a:moveTo>
                    <a:pt x="1767385" y="746332"/>
                  </a:moveTo>
                  <a:lnTo>
                    <a:pt x="1756864" y="746332"/>
                  </a:lnTo>
                  <a:lnTo>
                    <a:pt x="1752600" y="750596"/>
                  </a:lnTo>
                  <a:lnTo>
                    <a:pt x="1752600" y="761136"/>
                  </a:lnTo>
                  <a:lnTo>
                    <a:pt x="1756864" y="765401"/>
                  </a:lnTo>
                  <a:lnTo>
                    <a:pt x="1767385" y="765401"/>
                  </a:lnTo>
                  <a:lnTo>
                    <a:pt x="1771650" y="761136"/>
                  </a:lnTo>
                  <a:lnTo>
                    <a:pt x="1771650" y="750596"/>
                  </a:lnTo>
                  <a:lnTo>
                    <a:pt x="1767385" y="746332"/>
                  </a:lnTo>
                  <a:close/>
                </a:path>
                <a:path w="1771650" h="1315085">
                  <a:moveTo>
                    <a:pt x="1767385" y="784451"/>
                  </a:moveTo>
                  <a:lnTo>
                    <a:pt x="1756864" y="784451"/>
                  </a:lnTo>
                  <a:lnTo>
                    <a:pt x="1752600" y="788715"/>
                  </a:lnTo>
                  <a:lnTo>
                    <a:pt x="1752600" y="799255"/>
                  </a:lnTo>
                  <a:lnTo>
                    <a:pt x="1756864" y="803520"/>
                  </a:lnTo>
                  <a:lnTo>
                    <a:pt x="1767385" y="803520"/>
                  </a:lnTo>
                  <a:lnTo>
                    <a:pt x="1771650" y="799255"/>
                  </a:lnTo>
                  <a:lnTo>
                    <a:pt x="1771650" y="788715"/>
                  </a:lnTo>
                  <a:lnTo>
                    <a:pt x="1767385" y="784451"/>
                  </a:lnTo>
                  <a:close/>
                </a:path>
                <a:path w="1771650" h="1315085">
                  <a:moveTo>
                    <a:pt x="1767385" y="822570"/>
                  </a:moveTo>
                  <a:lnTo>
                    <a:pt x="1756864" y="822570"/>
                  </a:lnTo>
                  <a:lnTo>
                    <a:pt x="1752600" y="826834"/>
                  </a:lnTo>
                  <a:lnTo>
                    <a:pt x="1752600" y="837374"/>
                  </a:lnTo>
                  <a:lnTo>
                    <a:pt x="1756864" y="841639"/>
                  </a:lnTo>
                  <a:lnTo>
                    <a:pt x="1767385" y="841639"/>
                  </a:lnTo>
                  <a:lnTo>
                    <a:pt x="1771650" y="837374"/>
                  </a:lnTo>
                  <a:lnTo>
                    <a:pt x="1771650" y="826834"/>
                  </a:lnTo>
                  <a:lnTo>
                    <a:pt x="1767385" y="822570"/>
                  </a:lnTo>
                  <a:close/>
                </a:path>
                <a:path w="1771650" h="1315085">
                  <a:moveTo>
                    <a:pt x="1767385" y="860689"/>
                  </a:moveTo>
                  <a:lnTo>
                    <a:pt x="1756864" y="860689"/>
                  </a:lnTo>
                  <a:lnTo>
                    <a:pt x="1752600" y="864953"/>
                  </a:lnTo>
                  <a:lnTo>
                    <a:pt x="1752600" y="875493"/>
                  </a:lnTo>
                  <a:lnTo>
                    <a:pt x="1756864" y="879758"/>
                  </a:lnTo>
                  <a:lnTo>
                    <a:pt x="1767385" y="879758"/>
                  </a:lnTo>
                  <a:lnTo>
                    <a:pt x="1771650" y="875493"/>
                  </a:lnTo>
                  <a:lnTo>
                    <a:pt x="1771650" y="864953"/>
                  </a:lnTo>
                  <a:lnTo>
                    <a:pt x="1767385" y="860689"/>
                  </a:lnTo>
                  <a:close/>
                </a:path>
                <a:path w="1771650" h="1315085">
                  <a:moveTo>
                    <a:pt x="1767385" y="898808"/>
                  </a:moveTo>
                  <a:lnTo>
                    <a:pt x="1756864" y="898808"/>
                  </a:lnTo>
                  <a:lnTo>
                    <a:pt x="1752600" y="903072"/>
                  </a:lnTo>
                  <a:lnTo>
                    <a:pt x="1752600" y="913612"/>
                  </a:lnTo>
                  <a:lnTo>
                    <a:pt x="1756864" y="917877"/>
                  </a:lnTo>
                  <a:lnTo>
                    <a:pt x="1767385" y="917877"/>
                  </a:lnTo>
                  <a:lnTo>
                    <a:pt x="1771650" y="913612"/>
                  </a:lnTo>
                  <a:lnTo>
                    <a:pt x="1771650" y="903072"/>
                  </a:lnTo>
                  <a:lnTo>
                    <a:pt x="1767385" y="898808"/>
                  </a:lnTo>
                  <a:close/>
                </a:path>
                <a:path w="1771650" h="1315085">
                  <a:moveTo>
                    <a:pt x="1755771" y="936623"/>
                  </a:moveTo>
                  <a:lnTo>
                    <a:pt x="1751288" y="940657"/>
                  </a:lnTo>
                  <a:lnTo>
                    <a:pt x="1750734" y="951183"/>
                  </a:lnTo>
                  <a:lnTo>
                    <a:pt x="1754769" y="955666"/>
                  </a:lnTo>
                  <a:lnTo>
                    <a:pt x="1765275" y="956218"/>
                  </a:lnTo>
                  <a:lnTo>
                    <a:pt x="1769758" y="952185"/>
                  </a:lnTo>
                  <a:lnTo>
                    <a:pt x="1770312" y="941659"/>
                  </a:lnTo>
                  <a:lnTo>
                    <a:pt x="1766277" y="937176"/>
                  </a:lnTo>
                  <a:lnTo>
                    <a:pt x="1755771" y="936623"/>
                  </a:lnTo>
                  <a:close/>
                </a:path>
                <a:path w="1771650" h="1315085">
                  <a:moveTo>
                    <a:pt x="1751836" y="973968"/>
                  </a:moveTo>
                  <a:lnTo>
                    <a:pt x="1746977" y="977539"/>
                  </a:lnTo>
                  <a:lnTo>
                    <a:pt x="1745385" y="987958"/>
                  </a:lnTo>
                  <a:lnTo>
                    <a:pt x="1748956" y="992817"/>
                  </a:lnTo>
                  <a:lnTo>
                    <a:pt x="1759356" y="994407"/>
                  </a:lnTo>
                  <a:lnTo>
                    <a:pt x="1764216" y="990836"/>
                  </a:lnTo>
                  <a:lnTo>
                    <a:pt x="1765809" y="980417"/>
                  </a:lnTo>
                  <a:lnTo>
                    <a:pt x="1762238" y="975556"/>
                  </a:lnTo>
                  <a:lnTo>
                    <a:pt x="1751836" y="973968"/>
                  </a:lnTo>
                  <a:close/>
                </a:path>
                <a:path w="1771650" h="1315085">
                  <a:moveTo>
                    <a:pt x="1744300" y="1010746"/>
                  </a:moveTo>
                  <a:lnTo>
                    <a:pt x="1739107" y="1013811"/>
                  </a:lnTo>
                  <a:lnTo>
                    <a:pt x="1736569" y="1023659"/>
                  </a:lnTo>
                  <a:lnTo>
                    <a:pt x="1736477" y="1024018"/>
                  </a:lnTo>
                  <a:lnTo>
                    <a:pt x="1739543" y="1029213"/>
                  </a:lnTo>
                  <a:lnTo>
                    <a:pt x="1749731" y="1031836"/>
                  </a:lnTo>
                  <a:lnTo>
                    <a:pt x="1754925" y="1028771"/>
                  </a:lnTo>
                  <a:lnTo>
                    <a:pt x="1757554" y="1018565"/>
                  </a:lnTo>
                  <a:lnTo>
                    <a:pt x="1754488" y="1013371"/>
                  </a:lnTo>
                  <a:lnTo>
                    <a:pt x="1744300" y="1010746"/>
                  </a:lnTo>
                  <a:close/>
                </a:path>
                <a:path w="1771650" h="1315085">
                  <a:moveTo>
                    <a:pt x="1733156" y="1046618"/>
                  </a:moveTo>
                  <a:lnTo>
                    <a:pt x="1727691" y="1049168"/>
                  </a:lnTo>
                  <a:lnTo>
                    <a:pt x="1724089" y="1059074"/>
                  </a:lnTo>
                  <a:lnTo>
                    <a:pt x="1726639" y="1064539"/>
                  </a:lnTo>
                  <a:lnTo>
                    <a:pt x="1736526" y="1068134"/>
                  </a:lnTo>
                  <a:lnTo>
                    <a:pt x="1741991" y="1065584"/>
                  </a:lnTo>
                  <a:lnTo>
                    <a:pt x="1745594" y="1055678"/>
                  </a:lnTo>
                  <a:lnTo>
                    <a:pt x="1743043" y="1050213"/>
                  </a:lnTo>
                  <a:lnTo>
                    <a:pt x="1733156" y="1046618"/>
                  </a:lnTo>
                  <a:close/>
                </a:path>
                <a:path w="1771650" h="1315085">
                  <a:moveTo>
                    <a:pt x="1718586" y="1081222"/>
                  </a:moveTo>
                  <a:lnTo>
                    <a:pt x="1712894" y="1083213"/>
                  </a:lnTo>
                  <a:lnTo>
                    <a:pt x="1708320" y="1092709"/>
                  </a:lnTo>
                  <a:lnTo>
                    <a:pt x="1710311" y="1098401"/>
                  </a:lnTo>
                  <a:lnTo>
                    <a:pt x="1719789" y="1102968"/>
                  </a:lnTo>
                  <a:lnTo>
                    <a:pt x="1725481" y="1100976"/>
                  </a:lnTo>
                  <a:lnTo>
                    <a:pt x="1730056" y="1091481"/>
                  </a:lnTo>
                  <a:lnTo>
                    <a:pt x="1728066" y="1085789"/>
                  </a:lnTo>
                  <a:lnTo>
                    <a:pt x="1718586" y="1081222"/>
                  </a:lnTo>
                  <a:close/>
                </a:path>
                <a:path w="1771650" h="1315085">
                  <a:moveTo>
                    <a:pt x="1700670" y="1114238"/>
                  </a:moveTo>
                  <a:lnTo>
                    <a:pt x="1694812" y="1115668"/>
                  </a:lnTo>
                  <a:lnTo>
                    <a:pt x="1689338" y="1124675"/>
                  </a:lnTo>
                  <a:lnTo>
                    <a:pt x="1690652" y="1130056"/>
                  </a:lnTo>
                  <a:lnTo>
                    <a:pt x="1690768" y="1130533"/>
                  </a:lnTo>
                  <a:lnTo>
                    <a:pt x="1699759" y="1135998"/>
                  </a:lnTo>
                  <a:lnTo>
                    <a:pt x="1705618" y="1134568"/>
                  </a:lnTo>
                  <a:lnTo>
                    <a:pt x="1711092" y="1125561"/>
                  </a:lnTo>
                  <a:lnTo>
                    <a:pt x="1709662" y="1119701"/>
                  </a:lnTo>
                  <a:lnTo>
                    <a:pt x="1700670" y="1114238"/>
                  </a:lnTo>
                  <a:close/>
                </a:path>
                <a:path w="1771650" h="1315085">
                  <a:moveTo>
                    <a:pt x="1679600" y="1145349"/>
                  </a:moveTo>
                  <a:lnTo>
                    <a:pt x="1673632" y="1146218"/>
                  </a:lnTo>
                  <a:lnTo>
                    <a:pt x="1667329" y="1154667"/>
                  </a:lnTo>
                  <a:lnTo>
                    <a:pt x="1668198" y="1160635"/>
                  </a:lnTo>
                  <a:lnTo>
                    <a:pt x="1676632" y="1166925"/>
                  </a:lnTo>
                  <a:lnTo>
                    <a:pt x="1682600" y="1166056"/>
                  </a:lnTo>
                  <a:lnTo>
                    <a:pt x="1688901" y="1157608"/>
                  </a:lnTo>
                  <a:lnTo>
                    <a:pt x="1688033" y="1151641"/>
                  </a:lnTo>
                  <a:lnTo>
                    <a:pt x="1679600" y="1145349"/>
                  </a:lnTo>
                  <a:close/>
                </a:path>
                <a:path w="1771650" h="1315085">
                  <a:moveTo>
                    <a:pt x="1655643" y="1174276"/>
                  </a:moveTo>
                  <a:lnTo>
                    <a:pt x="1649618" y="1174555"/>
                  </a:lnTo>
                  <a:lnTo>
                    <a:pt x="1642517" y="1182344"/>
                  </a:lnTo>
                  <a:lnTo>
                    <a:pt x="1642751" y="1187387"/>
                  </a:lnTo>
                  <a:lnTo>
                    <a:pt x="1642797" y="1188369"/>
                  </a:lnTo>
                  <a:lnTo>
                    <a:pt x="1650573" y="1195457"/>
                  </a:lnTo>
                  <a:lnTo>
                    <a:pt x="1656596" y="1195177"/>
                  </a:lnTo>
                  <a:lnTo>
                    <a:pt x="1663697" y="1187387"/>
                  </a:lnTo>
                  <a:lnTo>
                    <a:pt x="1663463" y="1182344"/>
                  </a:lnTo>
                  <a:lnTo>
                    <a:pt x="1663418" y="1181364"/>
                  </a:lnTo>
                  <a:lnTo>
                    <a:pt x="1655643" y="1174276"/>
                  </a:lnTo>
                  <a:close/>
                </a:path>
                <a:path w="1771650" h="1315085">
                  <a:moveTo>
                    <a:pt x="1622908" y="1200447"/>
                  </a:moveTo>
                  <a:lnTo>
                    <a:pt x="1615118" y="1207546"/>
                  </a:lnTo>
                  <a:lnTo>
                    <a:pt x="1614840" y="1213571"/>
                  </a:lnTo>
                  <a:lnTo>
                    <a:pt x="1621927" y="1221347"/>
                  </a:lnTo>
                  <a:lnTo>
                    <a:pt x="1627952" y="1221625"/>
                  </a:lnTo>
                  <a:lnTo>
                    <a:pt x="1635742" y="1214525"/>
                  </a:lnTo>
                  <a:lnTo>
                    <a:pt x="1636020" y="1208501"/>
                  </a:lnTo>
                  <a:lnTo>
                    <a:pt x="1628933" y="1200725"/>
                  </a:lnTo>
                  <a:lnTo>
                    <a:pt x="1622908" y="1200447"/>
                  </a:lnTo>
                  <a:close/>
                </a:path>
                <a:path w="1771650" h="1315085">
                  <a:moveTo>
                    <a:pt x="1593871" y="1223610"/>
                  </a:moveTo>
                  <a:lnTo>
                    <a:pt x="1585422" y="1229912"/>
                  </a:lnTo>
                  <a:lnTo>
                    <a:pt x="1584553" y="1235880"/>
                  </a:lnTo>
                  <a:lnTo>
                    <a:pt x="1590843" y="1244314"/>
                  </a:lnTo>
                  <a:lnTo>
                    <a:pt x="1596812" y="1245182"/>
                  </a:lnTo>
                  <a:lnTo>
                    <a:pt x="1605260" y="1238879"/>
                  </a:lnTo>
                  <a:lnTo>
                    <a:pt x="1606129" y="1232912"/>
                  </a:lnTo>
                  <a:lnTo>
                    <a:pt x="1599839" y="1224479"/>
                  </a:lnTo>
                  <a:lnTo>
                    <a:pt x="1593871" y="1223610"/>
                  </a:lnTo>
                  <a:close/>
                </a:path>
                <a:path w="1771650" h="1315085">
                  <a:moveTo>
                    <a:pt x="1562676" y="1243838"/>
                  </a:moveTo>
                  <a:lnTo>
                    <a:pt x="1553669" y="1249311"/>
                  </a:lnTo>
                  <a:lnTo>
                    <a:pt x="1552239" y="1255171"/>
                  </a:lnTo>
                  <a:lnTo>
                    <a:pt x="1557703" y="1264161"/>
                  </a:lnTo>
                  <a:lnTo>
                    <a:pt x="1563561" y="1265591"/>
                  </a:lnTo>
                  <a:lnTo>
                    <a:pt x="1572569" y="1260118"/>
                  </a:lnTo>
                  <a:lnTo>
                    <a:pt x="1573999" y="1254259"/>
                  </a:lnTo>
                  <a:lnTo>
                    <a:pt x="1568535" y="1245268"/>
                  </a:lnTo>
                  <a:lnTo>
                    <a:pt x="1562676" y="1243838"/>
                  </a:lnTo>
                  <a:close/>
                </a:path>
                <a:path w="1771650" h="1315085">
                  <a:moveTo>
                    <a:pt x="1529675" y="1260914"/>
                  </a:moveTo>
                  <a:lnTo>
                    <a:pt x="1520179" y="1265488"/>
                  </a:lnTo>
                  <a:lnTo>
                    <a:pt x="1518188" y="1271181"/>
                  </a:lnTo>
                  <a:lnTo>
                    <a:pt x="1522755" y="1280660"/>
                  </a:lnTo>
                  <a:lnTo>
                    <a:pt x="1528447" y="1282651"/>
                  </a:lnTo>
                  <a:lnTo>
                    <a:pt x="1537943" y="1278077"/>
                  </a:lnTo>
                  <a:lnTo>
                    <a:pt x="1539934" y="1272383"/>
                  </a:lnTo>
                  <a:lnTo>
                    <a:pt x="1535369" y="1262905"/>
                  </a:lnTo>
                  <a:lnTo>
                    <a:pt x="1529675" y="1260914"/>
                  </a:lnTo>
                  <a:close/>
                </a:path>
                <a:path w="1771650" h="1315085">
                  <a:moveTo>
                    <a:pt x="1495187" y="1274664"/>
                  </a:moveTo>
                  <a:lnTo>
                    <a:pt x="1485282" y="1278266"/>
                  </a:lnTo>
                  <a:lnTo>
                    <a:pt x="1482732" y="1283731"/>
                  </a:lnTo>
                  <a:lnTo>
                    <a:pt x="1486327" y="1293619"/>
                  </a:lnTo>
                  <a:lnTo>
                    <a:pt x="1491792" y="1296169"/>
                  </a:lnTo>
                  <a:lnTo>
                    <a:pt x="1501698" y="1292567"/>
                  </a:lnTo>
                  <a:lnTo>
                    <a:pt x="1504248" y="1287103"/>
                  </a:lnTo>
                  <a:lnTo>
                    <a:pt x="1500653" y="1277214"/>
                  </a:lnTo>
                  <a:lnTo>
                    <a:pt x="1495187" y="1274664"/>
                  </a:lnTo>
                  <a:close/>
                </a:path>
                <a:path w="1771650" h="1315085">
                  <a:moveTo>
                    <a:pt x="1459483" y="1284939"/>
                  </a:moveTo>
                  <a:lnTo>
                    <a:pt x="1449274" y="1287560"/>
                  </a:lnTo>
                  <a:lnTo>
                    <a:pt x="1446204" y="1292750"/>
                  </a:lnTo>
                  <a:lnTo>
                    <a:pt x="1448821" y="1302941"/>
                  </a:lnTo>
                  <a:lnTo>
                    <a:pt x="1454011" y="1306012"/>
                  </a:lnTo>
                  <a:lnTo>
                    <a:pt x="1464221" y="1303390"/>
                  </a:lnTo>
                  <a:lnTo>
                    <a:pt x="1467290" y="1298199"/>
                  </a:lnTo>
                  <a:lnTo>
                    <a:pt x="1464674" y="1288008"/>
                  </a:lnTo>
                  <a:lnTo>
                    <a:pt x="1459483" y="1284939"/>
                  </a:lnTo>
                  <a:close/>
                </a:path>
                <a:path w="1771650" h="1315085">
                  <a:moveTo>
                    <a:pt x="1422970" y="1291652"/>
                  </a:moveTo>
                  <a:lnTo>
                    <a:pt x="1412551" y="1293238"/>
                  </a:lnTo>
                  <a:lnTo>
                    <a:pt x="1408977" y="1298096"/>
                  </a:lnTo>
                  <a:lnTo>
                    <a:pt x="1410561" y="1308497"/>
                  </a:lnTo>
                  <a:lnTo>
                    <a:pt x="1415418" y="1312071"/>
                  </a:lnTo>
                  <a:lnTo>
                    <a:pt x="1425839" y="1310483"/>
                  </a:lnTo>
                  <a:lnTo>
                    <a:pt x="1429412" y="1305626"/>
                  </a:lnTo>
                  <a:lnTo>
                    <a:pt x="1427827" y="1295224"/>
                  </a:lnTo>
                  <a:lnTo>
                    <a:pt x="1422970" y="1291652"/>
                  </a:lnTo>
                  <a:close/>
                </a:path>
                <a:path w="1771650" h="1315085">
                  <a:moveTo>
                    <a:pt x="1385963" y="1294753"/>
                  </a:moveTo>
                  <a:lnTo>
                    <a:pt x="1375437" y="1295307"/>
                  </a:lnTo>
                  <a:lnTo>
                    <a:pt x="1371403" y="1299790"/>
                  </a:lnTo>
                  <a:lnTo>
                    <a:pt x="1371904" y="1309295"/>
                  </a:lnTo>
                  <a:lnTo>
                    <a:pt x="1371956" y="1310297"/>
                  </a:lnTo>
                  <a:lnTo>
                    <a:pt x="1376438" y="1314331"/>
                  </a:lnTo>
                  <a:lnTo>
                    <a:pt x="1386964" y="1313778"/>
                  </a:lnTo>
                  <a:lnTo>
                    <a:pt x="1390999" y="1309295"/>
                  </a:lnTo>
                  <a:lnTo>
                    <a:pt x="1390498" y="1299790"/>
                  </a:lnTo>
                  <a:lnTo>
                    <a:pt x="1390445" y="1298788"/>
                  </a:lnTo>
                  <a:lnTo>
                    <a:pt x="1385963" y="1294753"/>
                  </a:lnTo>
                  <a:close/>
                </a:path>
                <a:path w="1771650" h="1315085">
                  <a:moveTo>
                    <a:pt x="1348364" y="1295491"/>
                  </a:moveTo>
                  <a:lnTo>
                    <a:pt x="1337824" y="1295491"/>
                  </a:lnTo>
                  <a:lnTo>
                    <a:pt x="1333559" y="1299756"/>
                  </a:lnTo>
                  <a:lnTo>
                    <a:pt x="1333559" y="1310276"/>
                  </a:lnTo>
                  <a:lnTo>
                    <a:pt x="1337824" y="1314541"/>
                  </a:lnTo>
                  <a:lnTo>
                    <a:pt x="1348364" y="1314541"/>
                  </a:lnTo>
                  <a:lnTo>
                    <a:pt x="1352628" y="1310276"/>
                  </a:lnTo>
                  <a:lnTo>
                    <a:pt x="1352628" y="1299756"/>
                  </a:lnTo>
                  <a:lnTo>
                    <a:pt x="1348364" y="1295491"/>
                  </a:lnTo>
                  <a:close/>
                </a:path>
                <a:path w="1771650" h="1315085">
                  <a:moveTo>
                    <a:pt x="1310245" y="1295491"/>
                  </a:moveTo>
                  <a:lnTo>
                    <a:pt x="1299705" y="1295491"/>
                  </a:lnTo>
                  <a:lnTo>
                    <a:pt x="1295440" y="1299756"/>
                  </a:lnTo>
                  <a:lnTo>
                    <a:pt x="1295440" y="1310276"/>
                  </a:lnTo>
                  <a:lnTo>
                    <a:pt x="1299705" y="1314541"/>
                  </a:lnTo>
                  <a:lnTo>
                    <a:pt x="1310245" y="1314541"/>
                  </a:lnTo>
                  <a:lnTo>
                    <a:pt x="1314509" y="1310276"/>
                  </a:lnTo>
                  <a:lnTo>
                    <a:pt x="1314509" y="1299756"/>
                  </a:lnTo>
                  <a:lnTo>
                    <a:pt x="1310245" y="1295491"/>
                  </a:lnTo>
                  <a:close/>
                </a:path>
                <a:path w="1771650" h="1315085">
                  <a:moveTo>
                    <a:pt x="1272125" y="1295491"/>
                  </a:moveTo>
                  <a:lnTo>
                    <a:pt x="1261586" y="1295491"/>
                  </a:lnTo>
                  <a:lnTo>
                    <a:pt x="1257321" y="1299756"/>
                  </a:lnTo>
                  <a:lnTo>
                    <a:pt x="1257321" y="1310276"/>
                  </a:lnTo>
                  <a:lnTo>
                    <a:pt x="1261586" y="1314541"/>
                  </a:lnTo>
                  <a:lnTo>
                    <a:pt x="1272125" y="1314541"/>
                  </a:lnTo>
                  <a:lnTo>
                    <a:pt x="1276390" y="1310276"/>
                  </a:lnTo>
                  <a:lnTo>
                    <a:pt x="1276390" y="1299756"/>
                  </a:lnTo>
                  <a:lnTo>
                    <a:pt x="1272125" y="1295491"/>
                  </a:lnTo>
                  <a:close/>
                </a:path>
                <a:path w="1771650" h="1315085">
                  <a:moveTo>
                    <a:pt x="1234006" y="1295491"/>
                  </a:moveTo>
                  <a:lnTo>
                    <a:pt x="1223467" y="1295491"/>
                  </a:lnTo>
                  <a:lnTo>
                    <a:pt x="1219202" y="1299756"/>
                  </a:lnTo>
                  <a:lnTo>
                    <a:pt x="1219202" y="1310276"/>
                  </a:lnTo>
                  <a:lnTo>
                    <a:pt x="1223467" y="1314541"/>
                  </a:lnTo>
                  <a:lnTo>
                    <a:pt x="1234006" y="1314541"/>
                  </a:lnTo>
                  <a:lnTo>
                    <a:pt x="1238271" y="1310276"/>
                  </a:lnTo>
                  <a:lnTo>
                    <a:pt x="1238271" y="1299756"/>
                  </a:lnTo>
                  <a:lnTo>
                    <a:pt x="1234006" y="1295491"/>
                  </a:lnTo>
                  <a:close/>
                </a:path>
                <a:path w="1771650" h="1315085">
                  <a:moveTo>
                    <a:pt x="1195887" y="1295491"/>
                  </a:moveTo>
                  <a:lnTo>
                    <a:pt x="1185348" y="1295491"/>
                  </a:lnTo>
                  <a:lnTo>
                    <a:pt x="1181083" y="1299756"/>
                  </a:lnTo>
                  <a:lnTo>
                    <a:pt x="1181083" y="1310276"/>
                  </a:lnTo>
                  <a:lnTo>
                    <a:pt x="1185348" y="1314541"/>
                  </a:lnTo>
                  <a:lnTo>
                    <a:pt x="1195887" y="1314541"/>
                  </a:lnTo>
                  <a:lnTo>
                    <a:pt x="1200152" y="1310276"/>
                  </a:lnTo>
                  <a:lnTo>
                    <a:pt x="1200152" y="1299756"/>
                  </a:lnTo>
                  <a:lnTo>
                    <a:pt x="1195887" y="1295491"/>
                  </a:lnTo>
                  <a:close/>
                </a:path>
                <a:path w="1771650" h="1315085">
                  <a:moveTo>
                    <a:pt x="1157768" y="1295491"/>
                  </a:moveTo>
                  <a:lnTo>
                    <a:pt x="1147229" y="1295491"/>
                  </a:lnTo>
                  <a:lnTo>
                    <a:pt x="1142964" y="1299756"/>
                  </a:lnTo>
                  <a:lnTo>
                    <a:pt x="1142964" y="1310276"/>
                  </a:lnTo>
                  <a:lnTo>
                    <a:pt x="1147229" y="1314541"/>
                  </a:lnTo>
                  <a:lnTo>
                    <a:pt x="1157768" y="1314541"/>
                  </a:lnTo>
                  <a:lnTo>
                    <a:pt x="1162033" y="1310276"/>
                  </a:lnTo>
                  <a:lnTo>
                    <a:pt x="1162033" y="1299756"/>
                  </a:lnTo>
                  <a:lnTo>
                    <a:pt x="1157768" y="1295491"/>
                  </a:lnTo>
                  <a:close/>
                </a:path>
                <a:path w="1771650" h="1315085">
                  <a:moveTo>
                    <a:pt x="1119649" y="1295491"/>
                  </a:moveTo>
                  <a:lnTo>
                    <a:pt x="1109110" y="1295491"/>
                  </a:lnTo>
                  <a:lnTo>
                    <a:pt x="1104845" y="1299756"/>
                  </a:lnTo>
                  <a:lnTo>
                    <a:pt x="1104845" y="1310276"/>
                  </a:lnTo>
                  <a:lnTo>
                    <a:pt x="1109110" y="1314541"/>
                  </a:lnTo>
                  <a:lnTo>
                    <a:pt x="1119649" y="1314541"/>
                  </a:lnTo>
                  <a:lnTo>
                    <a:pt x="1123914" y="1310276"/>
                  </a:lnTo>
                  <a:lnTo>
                    <a:pt x="1123914" y="1299756"/>
                  </a:lnTo>
                  <a:lnTo>
                    <a:pt x="1119649" y="1295491"/>
                  </a:lnTo>
                  <a:close/>
                </a:path>
                <a:path w="1771650" h="1315085">
                  <a:moveTo>
                    <a:pt x="1081530" y="1295491"/>
                  </a:moveTo>
                  <a:lnTo>
                    <a:pt x="1070991" y="1295491"/>
                  </a:lnTo>
                  <a:lnTo>
                    <a:pt x="1066726" y="1299756"/>
                  </a:lnTo>
                  <a:lnTo>
                    <a:pt x="1066726" y="1310276"/>
                  </a:lnTo>
                  <a:lnTo>
                    <a:pt x="1070991" y="1314541"/>
                  </a:lnTo>
                  <a:lnTo>
                    <a:pt x="1081530" y="1314541"/>
                  </a:lnTo>
                  <a:lnTo>
                    <a:pt x="1085795" y="1310276"/>
                  </a:lnTo>
                  <a:lnTo>
                    <a:pt x="1085795" y="1299756"/>
                  </a:lnTo>
                  <a:lnTo>
                    <a:pt x="1081530" y="1295491"/>
                  </a:lnTo>
                  <a:close/>
                </a:path>
                <a:path w="1771650" h="1315085">
                  <a:moveTo>
                    <a:pt x="1043411" y="1295491"/>
                  </a:moveTo>
                  <a:lnTo>
                    <a:pt x="1032871" y="1295491"/>
                  </a:lnTo>
                  <a:lnTo>
                    <a:pt x="1028607" y="1299756"/>
                  </a:lnTo>
                  <a:lnTo>
                    <a:pt x="1028607" y="1310276"/>
                  </a:lnTo>
                  <a:lnTo>
                    <a:pt x="1032871" y="1314541"/>
                  </a:lnTo>
                  <a:lnTo>
                    <a:pt x="1043411" y="1314541"/>
                  </a:lnTo>
                  <a:lnTo>
                    <a:pt x="1047676" y="1310276"/>
                  </a:lnTo>
                  <a:lnTo>
                    <a:pt x="1047676" y="1299756"/>
                  </a:lnTo>
                  <a:lnTo>
                    <a:pt x="1043411" y="1295491"/>
                  </a:lnTo>
                  <a:close/>
                </a:path>
                <a:path w="1771650" h="1315085">
                  <a:moveTo>
                    <a:pt x="1005292" y="1295491"/>
                  </a:moveTo>
                  <a:lnTo>
                    <a:pt x="994752" y="1295491"/>
                  </a:lnTo>
                  <a:lnTo>
                    <a:pt x="990488" y="1299756"/>
                  </a:lnTo>
                  <a:lnTo>
                    <a:pt x="990488" y="1310276"/>
                  </a:lnTo>
                  <a:lnTo>
                    <a:pt x="994752" y="1314541"/>
                  </a:lnTo>
                  <a:lnTo>
                    <a:pt x="1005292" y="1314541"/>
                  </a:lnTo>
                  <a:lnTo>
                    <a:pt x="1009557" y="1310276"/>
                  </a:lnTo>
                  <a:lnTo>
                    <a:pt x="1009557" y="1299756"/>
                  </a:lnTo>
                  <a:lnTo>
                    <a:pt x="1005292" y="1295491"/>
                  </a:lnTo>
                  <a:close/>
                </a:path>
                <a:path w="1771650" h="1315085">
                  <a:moveTo>
                    <a:pt x="967173" y="1295491"/>
                  </a:moveTo>
                  <a:lnTo>
                    <a:pt x="956633" y="1295491"/>
                  </a:lnTo>
                  <a:lnTo>
                    <a:pt x="952369" y="1299756"/>
                  </a:lnTo>
                  <a:lnTo>
                    <a:pt x="952369" y="1310276"/>
                  </a:lnTo>
                  <a:lnTo>
                    <a:pt x="956633" y="1314541"/>
                  </a:lnTo>
                  <a:lnTo>
                    <a:pt x="967173" y="1314541"/>
                  </a:lnTo>
                  <a:lnTo>
                    <a:pt x="971438" y="1310276"/>
                  </a:lnTo>
                  <a:lnTo>
                    <a:pt x="971438" y="1299756"/>
                  </a:lnTo>
                  <a:lnTo>
                    <a:pt x="967173" y="1295491"/>
                  </a:lnTo>
                  <a:close/>
                </a:path>
                <a:path w="1771650" h="1315085">
                  <a:moveTo>
                    <a:pt x="929054" y="1295491"/>
                  </a:moveTo>
                  <a:lnTo>
                    <a:pt x="918514" y="1295491"/>
                  </a:lnTo>
                  <a:lnTo>
                    <a:pt x="914250" y="1299756"/>
                  </a:lnTo>
                  <a:lnTo>
                    <a:pt x="914250" y="1310276"/>
                  </a:lnTo>
                  <a:lnTo>
                    <a:pt x="918514" y="1314541"/>
                  </a:lnTo>
                  <a:lnTo>
                    <a:pt x="929054" y="1314541"/>
                  </a:lnTo>
                  <a:lnTo>
                    <a:pt x="933319" y="1310276"/>
                  </a:lnTo>
                  <a:lnTo>
                    <a:pt x="933319" y="1299756"/>
                  </a:lnTo>
                  <a:lnTo>
                    <a:pt x="929054" y="1295491"/>
                  </a:lnTo>
                  <a:close/>
                </a:path>
                <a:path w="1771650" h="1315085">
                  <a:moveTo>
                    <a:pt x="890935" y="1295491"/>
                  </a:moveTo>
                  <a:lnTo>
                    <a:pt x="880395" y="1295491"/>
                  </a:lnTo>
                  <a:lnTo>
                    <a:pt x="876131" y="1299756"/>
                  </a:lnTo>
                  <a:lnTo>
                    <a:pt x="876131" y="1310276"/>
                  </a:lnTo>
                  <a:lnTo>
                    <a:pt x="880395" y="1314541"/>
                  </a:lnTo>
                  <a:lnTo>
                    <a:pt x="890935" y="1314541"/>
                  </a:lnTo>
                  <a:lnTo>
                    <a:pt x="895200" y="1310276"/>
                  </a:lnTo>
                  <a:lnTo>
                    <a:pt x="895200" y="1299756"/>
                  </a:lnTo>
                  <a:lnTo>
                    <a:pt x="890935" y="1295491"/>
                  </a:lnTo>
                  <a:close/>
                </a:path>
                <a:path w="1771650" h="1315085">
                  <a:moveTo>
                    <a:pt x="852816" y="1295491"/>
                  </a:moveTo>
                  <a:lnTo>
                    <a:pt x="842276" y="1295491"/>
                  </a:lnTo>
                  <a:lnTo>
                    <a:pt x="838012" y="1299756"/>
                  </a:lnTo>
                  <a:lnTo>
                    <a:pt x="838012" y="1310276"/>
                  </a:lnTo>
                  <a:lnTo>
                    <a:pt x="842276" y="1314541"/>
                  </a:lnTo>
                  <a:lnTo>
                    <a:pt x="852816" y="1314541"/>
                  </a:lnTo>
                  <a:lnTo>
                    <a:pt x="857081" y="1310276"/>
                  </a:lnTo>
                  <a:lnTo>
                    <a:pt x="857081" y="1299756"/>
                  </a:lnTo>
                  <a:lnTo>
                    <a:pt x="852816" y="1295491"/>
                  </a:lnTo>
                  <a:close/>
                </a:path>
                <a:path w="1771650" h="1315085">
                  <a:moveTo>
                    <a:pt x="814697" y="1295491"/>
                  </a:moveTo>
                  <a:lnTo>
                    <a:pt x="804157" y="1295491"/>
                  </a:lnTo>
                  <a:lnTo>
                    <a:pt x="799892" y="1299756"/>
                  </a:lnTo>
                  <a:lnTo>
                    <a:pt x="799892" y="1310276"/>
                  </a:lnTo>
                  <a:lnTo>
                    <a:pt x="804157" y="1314541"/>
                  </a:lnTo>
                  <a:lnTo>
                    <a:pt x="814697" y="1314541"/>
                  </a:lnTo>
                  <a:lnTo>
                    <a:pt x="818962" y="1310276"/>
                  </a:lnTo>
                  <a:lnTo>
                    <a:pt x="818962" y="1299756"/>
                  </a:lnTo>
                  <a:lnTo>
                    <a:pt x="814697" y="1295491"/>
                  </a:lnTo>
                  <a:close/>
                </a:path>
                <a:path w="1771650" h="1315085">
                  <a:moveTo>
                    <a:pt x="776578" y="1295491"/>
                  </a:moveTo>
                  <a:lnTo>
                    <a:pt x="766038" y="1295491"/>
                  </a:lnTo>
                  <a:lnTo>
                    <a:pt x="761773" y="1299756"/>
                  </a:lnTo>
                  <a:lnTo>
                    <a:pt x="761773" y="1310276"/>
                  </a:lnTo>
                  <a:lnTo>
                    <a:pt x="766038" y="1314541"/>
                  </a:lnTo>
                  <a:lnTo>
                    <a:pt x="776578" y="1314541"/>
                  </a:lnTo>
                  <a:lnTo>
                    <a:pt x="780842" y="1310276"/>
                  </a:lnTo>
                  <a:lnTo>
                    <a:pt x="780842" y="1299756"/>
                  </a:lnTo>
                  <a:lnTo>
                    <a:pt x="776578" y="1295491"/>
                  </a:lnTo>
                  <a:close/>
                </a:path>
                <a:path w="1771650" h="1315085">
                  <a:moveTo>
                    <a:pt x="738459" y="1295491"/>
                  </a:moveTo>
                  <a:lnTo>
                    <a:pt x="727919" y="1295491"/>
                  </a:lnTo>
                  <a:lnTo>
                    <a:pt x="723654" y="1299756"/>
                  </a:lnTo>
                  <a:lnTo>
                    <a:pt x="723654" y="1310276"/>
                  </a:lnTo>
                  <a:lnTo>
                    <a:pt x="727919" y="1314541"/>
                  </a:lnTo>
                  <a:lnTo>
                    <a:pt x="738459" y="1314541"/>
                  </a:lnTo>
                  <a:lnTo>
                    <a:pt x="742723" y="1310276"/>
                  </a:lnTo>
                  <a:lnTo>
                    <a:pt x="742723" y="1299756"/>
                  </a:lnTo>
                  <a:lnTo>
                    <a:pt x="738459" y="1295491"/>
                  </a:lnTo>
                  <a:close/>
                </a:path>
                <a:path w="1771650" h="1315085">
                  <a:moveTo>
                    <a:pt x="700340" y="1295491"/>
                  </a:moveTo>
                  <a:lnTo>
                    <a:pt x="689800" y="1295491"/>
                  </a:lnTo>
                  <a:lnTo>
                    <a:pt x="685535" y="1299756"/>
                  </a:lnTo>
                  <a:lnTo>
                    <a:pt x="685535" y="1310276"/>
                  </a:lnTo>
                  <a:lnTo>
                    <a:pt x="689800" y="1314541"/>
                  </a:lnTo>
                  <a:lnTo>
                    <a:pt x="700340" y="1314541"/>
                  </a:lnTo>
                  <a:lnTo>
                    <a:pt x="704604" y="1310276"/>
                  </a:lnTo>
                  <a:lnTo>
                    <a:pt x="704604" y="1299756"/>
                  </a:lnTo>
                  <a:lnTo>
                    <a:pt x="700340" y="1295491"/>
                  </a:lnTo>
                  <a:close/>
                </a:path>
                <a:path w="1771650" h="1315085">
                  <a:moveTo>
                    <a:pt x="662221" y="1295491"/>
                  </a:moveTo>
                  <a:lnTo>
                    <a:pt x="651681" y="1295491"/>
                  </a:lnTo>
                  <a:lnTo>
                    <a:pt x="647416" y="1299756"/>
                  </a:lnTo>
                  <a:lnTo>
                    <a:pt x="647416" y="1310276"/>
                  </a:lnTo>
                  <a:lnTo>
                    <a:pt x="651681" y="1314541"/>
                  </a:lnTo>
                  <a:lnTo>
                    <a:pt x="662221" y="1314541"/>
                  </a:lnTo>
                  <a:lnTo>
                    <a:pt x="666485" y="1310276"/>
                  </a:lnTo>
                  <a:lnTo>
                    <a:pt x="666485" y="1299756"/>
                  </a:lnTo>
                  <a:lnTo>
                    <a:pt x="662221" y="1295491"/>
                  </a:lnTo>
                  <a:close/>
                </a:path>
                <a:path w="1771650" h="1315085">
                  <a:moveTo>
                    <a:pt x="624102" y="1295491"/>
                  </a:moveTo>
                  <a:lnTo>
                    <a:pt x="613562" y="1295491"/>
                  </a:lnTo>
                  <a:lnTo>
                    <a:pt x="609297" y="1299756"/>
                  </a:lnTo>
                  <a:lnTo>
                    <a:pt x="609297" y="1310276"/>
                  </a:lnTo>
                  <a:lnTo>
                    <a:pt x="613562" y="1314541"/>
                  </a:lnTo>
                  <a:lnTo>
                    <a:pt x="624102" y="1314541"/>
                  </a:lnTo>
                  <a:lnTo>
                    <a:pt x="628366" y="1310276"/>
                  </a:lnTo>
                  <a:lnTo>
                    <a:pt x="628366" y="1299756"/>
                  </a:lnTo>
                  <a:lnTo>
                    <a:pt x="624102" y="1295491"/>
                  </a:lnTo>
                  <a:close/>
                </a:path>
                <a:path w="1771650" h="1315085">
                  <a:moveTo>
                    <a:pt x="585983" y="1295491"/>
                  </a:moveTo>
                  <a:lnTo>
                    <a:pt x="575443" y="1295491"/>
                  </a:lnTo>
                  <a:lnTo>
                    <a:pt x="571178" y="1299756"/>
                  </a:lnTo>
                  <a:lnTo>
                    <a:pt x="571178" y="1310276"/>
                  </a:lnTo>
                  <a:lnTo>
                    <a:pt x="575443" y="1314541"/>
                  </a:lnTo>
                  <a:lnTo>
                    <a:pt x="585983" y="1314541"/>
                  </a:lnTo>
                  <a:lnTo>
                    <a:pt x="590247" y="1310276"/>
                  </a:lnTo>
                  <a:lnTo>
                    <a:pt x="590247" y="1299756"/>
                  </a:lnTo>
                  <a:lnTo>
                    <a:pt x="585983" y="1295491"/>
                  </a:lnTo>
                  <a:close/>
                </a:path>
                <a:path w="1771650" h="1315085">
                  <a:moveTo>
                    <a:pt x="547864" y="1295491"/>
                  </a:moveTo>
                  <a:lnTo>
                    <a:pt x="537324" y="1295491"/>
                  </a:lnTo>
                  <a:lnTo>
                    <a:pt x="533059" y="1299756"/>
                  </a:lnTo>
                  <a:lnTo>
                    <a:pt x="533059" y="1310276"/>
                  </a:lnTo>
                  <a:lnTo>
                    <a:pt x="537324" y="1314541"/>
                  </a:lnTo>
                  <a:lnTo>
                    <a:pt x="547864" y="1314541"/>
                  </a:lnTo>
                  <a:lnTo>
                    <a:pt x="552128" y="1310276"/>
                  </a:lnTo>
                  <a:lnTo>
                    <a:pt x="552128" y="1299756"/>
                  </a:lnTo>
                  <a:lnTo>
                    <a:pt x="547864" y="1295491"/>
                  </a:lnTo>
                  <a:close/>
                </a:path>
                <a:path w="1771650" h="1315085">
                  <a:moveTo>
                    <a:pt x="509744" y="1295491"/>
                  </a:moveTo>
                  <a:lnTo>
                    <a:pt x="499205" y="1295491"/>
                  </a:lnTo>
                  <a:lnTo>
                    <a:pt x="494940" y="1299756"/>
                  </a:lnTo>
                  <a:lnTo>
                    <a:pt x="494940" y="1310276"/>
                  </a:lnTo>
                  <a:lnTo>
                    <a:pt x="499205" y="1314541"/>
                  </a:lnTo>
                  <a:lnTo>
                    <a:pt x="509744" y="1314541"/>
                  </a:lnTo>
                  <a:lnTo>
                    <a:pt x="514009" y="1310276"/>
                  </a:lnTo>
                  <a:lnTo>
                    <a:pt x="514009" y="1299756"/>
                  </a:lnTo>
                  <a:lnTo>
                    <a:pt x="509744" y="1295491"/>
                  </a:lnTo>
                  <a:close/>
                </a:path>
                <a:path w="1771650" h="1315085">
                  <a:moveTo>
                    <a:pt x="471625" y="1295491"/>
                  </a:moveTo>
                  <a:lnTo>
                    <a:pt x="461086" y="1295491"/>
                  </a:lnTo>
                  <a:lnTo>
                    <a:pt x="456821" y="1299756"/>
                  </a:lnTo>
                  <a:lnTo>
                    <a:pt x="456821" y="1310276"/>
                  </a:lnTo>
                  <a:lnTo>
                    <a:pt x="461086" y="1314541"/>
                  </a:lnTo>
                  <a:lnTo>
                    <a:pt x="471625" y="1314541"/>
                  </a:lnTo>
                  <a:lnTo>
                    <a:pt x="475890" y="1310276"/>
                  </a:lnTo>
                  <a:lnTo>
                    <a:pt x="475890" y="1299756"/>
                  </a:lnTo>
                  <a:lnTo>
                    <a:pt x="471625" y="1295491"/>
                  </a:lnTo>
                  <a:close/>
                </a:path>
                <a:path w="1771650" h="1315085">
                  <a:moveTo>
                    <a:pt x="433506" y="1295491"/>
                  </a:moveTo>
                  <a:lnTo>
                    <a:pt x="422967" y="1295491"/>
                  </a:lnTo>
                  <a:lnTo>
                    <a:pt x="418702" y="1299756"/>
                  </a:lnTo>
                  <a:lnTo>
                    <a:pt x="418702" y="1310276"/>
                  </a:lnTo>
                  <a:lnTo>
                    <a:pt x="422967" y="1314541"/>
                  </a:lnTo>
                  <a:lnTo>
                    <a:pt x="433506" y="1314541"/>
                  </a:lnTo>
                  <a:lnTo>
                    <a:pt x="437771" y="1310276"/>
                  </a:lnTo>
                  <a:lnTo>
                    <a:pt x="437771" y="1299756"/>
                  </a:lnTo>
                  <a:lnTo>
                    <a:pt x="433506" y="1295491"/>
                  </a:lnTo>
                  <a:close/>
                </a:path>
                <a:path w="1771650" h="1315085">
                  <a:moveTo>
                    <a:pt x="385367" y="1294738"/>
                  </a:moveTo>
                  <a:lnTo>
                    <a:pt x="380884" y="1298773"/>
                  </a:lnTo>
                  <a:lnTo>
                    <a:pt x="380331" y="1309279"/>
                  </a:lnTo>
                  <a:lnTo>
                    <a:pt x="384368" y="1313761"/>
                  </a:lnTo>
                  <a:lnTo>
                    <a:pt x="394892" y="1314315"/>
                  </a:lnTo>
                  <a:lnTo>
                    <a:pt x="399375" y="1310280"/>
                  </a:lnTo>
                  <a:lnTo>
                    <a:pt x="399926" y="1299773"/>
                  </a:lnTo>
                  <a:lnTo>
                    <a:pt x="395892" y="1295290"/>
                  </a:lnTo>
                  <a:lnTo>
                    <a:pt x="385367" y="1294738"/>
                  </a:lnTo>
                  <a:close/>
                </a:path>
                <a:path w="1771650" h="1315085">
                  <a:moveTo>
                    <a:pt x="348366" y="1291602"/>
                  </a:moveTo>
                  <a:lnTo>
                    <a:pt x="343507" y="1295175"/>
                  </a:lnTo>
                  <a:lnTo>
                    <a:pt x="341920" y="1305575"/>
                  </a:lnTo>
                  <a:lnTo>
                    <a:pt x="345493" y="1310434"/>
                  </a:lnTo>
                  <a:lnTo>
                    <a:pt x="355912" y="1312024"/>
                  </a:lnTo>
                  <a:lnTo>
                    <a:pt x="360771" y="1308451"/>
                  </a:lnTo>
                  <a:lnTo>
                    <a:pt x="362358" y="1298050"/>
                  </a:lnTo>
                  <a:lnTo>
                    <a:pt x="358786" y="1293192"/>
                  </a:lnTo>
                  <a:lnTo>
                    <a:pt x="348366" y="1291602"/>
                  </a:lnTo>
                  <a:close/>
                </a:path>
                <a:path w="1771650" h="1315085">
                  <a:moveTo>
                    <a:pt x="311866" y="1284857"/>
                  </a:moveTo>
                  <a:lnTo>
                    <a:pt x="306671" y="1287923"/>
                  </a:lnTo>
                  <a:lnTo>
                    <a:pt x="304048" y="1298111"/>
                  </a:lnTo>
                  <a:lnTo>
                    <a:pt x="307113" y="1303304"/>
                  </a:lnTo>
                  <a:lnTo>
                    <a:pt x="317319" y="1305934"/>
                  </a:lnTo>
                  <a:lnTo>
                    <a:pt x="322513" y="1302868"/>
                  </a:lnTo>
                  <a:lnTo>
                    <a:pt x="325139" y="1292680"/>
                  </a:lnTo>
                  <a:lnTo>
                    <a:pt x="322073" y="1287486"/>
                  </a:lnTo>
                  <a:lnTo>
                    <a:pt x="311866" y="1284857"/>
                  </a:lnTo>
                  <a:close/>
                </a:path>
                <a:path w="1771650" h="1315085">
                  <a:moveTo>
                    <a:pt x="276162" y="1274555"/>
                  </a:moveTo>
                  <a:lnTo>
                    <a:pt x="270696" y="1277105"/>
                  </a:lnTo>
                  <a:lnTo>
                    <a:pt x="267101" y="1286993"/>
                  </a:lnTo>
                  <a:lnTo>
                    <a:pt x="269651" y="1292458"/>
                  </a:lnTo>
                  <a:lnTo>
                    <a:pt x="279557" y="1296060"/>
                  </a:lnTo>
                  <a:lnTo>
                    <a:pt x="285022" y="1293510"/>
                  </a:lnTo>
                  <a:lnTo>
                    <a:pt x="288617" y="1283622"/>
                  </a:lnTo>
                  <a:lnTo>
                    <a:pt x="286067" y="1278157"/>
                  </a:lnTo>
                  <a:lnTo>
                    <a:pt x="276162" y="1274555"/>
                  </a:lnTo>
                  <a:close/>
                </a:path>
                <a:path w="1771650" h="1315085">
                  <a:moveTo>
                    <a:pt x="241678" y="1260775"/>
                  </a:moveTo>
                  <a:lnTo>
                    <a:pt x="235987" y="1262771"/>
                  </a:lnTo>
                  <a:lnTo>
                    <a:pt x="231428" y="1272252"/>
                  </a:lnTo>
                  <a:lnTo>
                    <a:pt x="233423" y="1277945"/>
                  </a:lnTo>
                  <a:lnTo>
                    <a:pt x="242921" y="1282512"/>
                  </a:lnTo>
                  <a:lnTo>
                    <a:pt x="248613" y="1280516"/>
                  </a:lnTo>
                  <a:lnTo>
                    <a:pt x="253173" y="1271035"/>
                  </a:lnTo>
                  <a:lnTo>
                    <a:pt x="251178" y="1265344"/>
                  </a:lnTo>
                  <a:lnTo>
                    <a:pt x="241678" y="1260775"/>
                  </a:lnTo>
                  <a:close/>
                </a:path>
                <a:path w="1771650" h="1315085">
                  <a:moveTo>
                    <a:pt x="208691" y="1243672"/>
                  </a:moveTo>
                  <a:lnTo>
                    <a:pt x="202834" y="1245106"/>
                  </a:lnTo>
                  <a:lnTo>
                    <a:pt x="197377" y="1254103"/>
                  </a:lnTo>
                  <a:lnTo>
                    <a:pt x="198812" y="1259960"/>
                  </a:lnTo>
                  <a:lnTo>
                    <a:pt x="207824" y="1265426"/>
                  </a:lnTo>
                  <a:lnTo>
                    <a:pt x="213682" y="1263991"/>
                  </a:lnTo>
                  <a:lnTo>
                    <a:pt x="219138" y="1254996"/>
                  </a:lnTo>
                  <a:lnTo>
                    <a:pt x="217703" y="1249138"/>
                  </a:lnTo>
                  <a:lnTo>
                    <a:pt x="208691" y="1243672"/>
                  </a:lnTo>
                  <a:close/>
                </a:path>
                <a:path w="1771650" h="1315085">
                  <a:moveTo>
                    <a:pt x="177523" y="1223420"/>
                  </a:moveTo>
                  <a:lnTo>
                    <a:pt x="171555" y="1224287"/>
                  </a:lnTo>
                  <a:lnTo>
                    <a:pt x="165265" y="1232721"/>
                  </a:lnTo>
                  <a:lnTo>
                    <a:pt x="166133" y="1238689"/>
                  </a:lnTo>
                  <a:lnTo>
                    <a:pt x="174581" y="1244991"/>
                  </a:lnTo>
                  <a:lnTo>
                    <a:pt x="180549" y="1244122"/>
                  </a:lnTo>
                  <a:lnTo>
                    <a:pt x="186839" y="1235689"/>
                  </a:lnTo>
                  <a:lnTo>
                    <a:pt x="185972" y="1229721"/>
                  </a:lnTo>
                  <a:lnTo>
                    <a:pt x="177523" y="1223420"/>
                  </a:lnTo>
                  <a:close/>
                </a:path>
                <a:path w="1771650" h="1315085">
                  <a:moveTo>
                    <a:pt x="148516" y="1200235"/>
                  </a:moveTo>
                  <a:lnTo>
                    <a:pt x="142491" y="1200506"/>
                  </a:lnTo>
                  <a:lnTo>
                    <a:pt x="135395" y="1208275"/>
                  </a:lnTo>
                  <a:lnTo>
                    <a:pt x="135625" y="1213368"/>
                  </a:lnTo>
                  <a:lnTo>
                    <a:pt x="135667" y="1214300"/>
                  </a:lnTo>
                  <a:lnTo>
                    <a:pt x="143450" y="1221408"/>
                  </a:lnTo>
                  <a:lnTo>
                    <a:pt x="149475" y="1221136"/>
                  </a:lnTo>
                  <a:lnTo>
                    <a:pt x="156570" y="1213368"/>
                  </a:lnTo>
                  <a:lnTo>
                    <a:pt x="156340" y="1208275"/>
                  </a:lnTo>
                  <a:lnTo>
                    <a:pt x="156298" y="1207343"/>
                  </a:lnTo>
                  <a:lnTo>
                    <a:pt x="148516" y="1200235"/>
                  </a:lnTo>
                  <a:close/>
                </a:path>
                <a:path w="1771650" h="1315085">
                  <a:moveTo>
                    <a:pt x="115817" y="1174034"/>
                  </a:moveTo>
                  <a:lnTo>
                    <a:pt x="108024" y="1181102"/>
                  </a:lnTo>
                  <a:lnTo>
                    <a:pt x="107731" y="1187126"/>
                  </a:lnTo>
                  <a:lnTo>
                    <a:pt x="114813" y="1194934"/>
                  </a:lnTo>
                  <a:lnTo>
                    <a:pt x="120836" y="1195227"/>
                  </a:lnTo>
                  <a:lnTo>
                    <a:pt x="128629" y="1188158"/>
                  </a:lnTo>
                  <a:lnTo>
                    <a:pt x="128922" y="1182135"/>
                  </a:lnTo>
                  <a:lnTo>
                    <a:pt x="121841" y="1174328"/>
                  </a:lnTo>
                  <a:lnTo>
                    <a:pt x="115817" y="1174034"/>
                  </a:lnTo>
                  <a:close/>
                </a:path>
                <a:path w="1771650" h="1315085">
                  <a:moveTo>
                    <a:pt x="91845" y="1145096"/>
                  </a:moveTo>
                  <a:lnTo>
                    <a:pt x="83419" y="1151398"/>
                  </a:lnTo>
                  <a:lnTo>
                    <a:pt x="82558" y="1157367"/>
                  </a:lnTo>
                  <a:lnTo>
                    <a:pt x="88872" y="1165807"/>
                  </a:lnTo>
                  <a:lnTo>
                    <a:pt x="94841" y="1166668"/>
                  </a:lnTo>
                  <a:lnTo>
                    <a:pt x="103266" y="1160367"/>
                  </a:lnTo>
                  <a:lnTo>
                    <a:pt x="104126" y="1154398"/>
                  </a:lnTo>
                  <a:lnTo>
                    <a:pt x="97814" y="1145957"/>
                  </a:lnTo>
                  <a:lnTo>
                    <a:pt x="91845" y="1145096"/>
                  </a:lnTo>
                  <a:close/>
                </a:path>
                <a:path w="1771650" h="1315085">
                  <a:moveTo>
                    <a:pt x="70805" y="1113966"/>
                  </a:moveTo>
                  <a:lnTo>
                    <a:pt x="61817" y="1119436"/>
                  </a:lnTo>
                  <a:lnTo>
                    <a:pt x="60392" y="1125296"/>
                  </a:lnTo>
                  <a:lnTo>
                    <a:pt x="65872" y="1134299"/>
                  </a:lnTo>
                  <a:lnTo>
                    <a:pt x="71732" y="1135725"/>
                  </a:lnTo>
                  <a:lnTo>
                    <a:pt x="80718" y="1130255"/>
                  </a:lnTo>
                  <a:lnTo>
                    <a:pt x="82144" y="1124394"/>
                  </a:lnTo>
                  <a:lnTo>
                    <a:pt x="76664" y="1115391"/>
                  </a:lnTo>
                  <a:lnTo>
                    <a:pt x="70805" y="1113966"/>
                  </a:lnTo>
                  <a:close/>
                </a:path>
                <a:path w="1771650" h="1315085">
                  <a:moveTo>
                    <a:pt x="52914" y="1080933"/>
                  </a:moveTo>
                  <a:lnTo>
                    <a:pt x="43439" y="1085509"/>
                  </a:lnTo>
                  <a:lnTo>
                    <a:pt x="41454" y="1091204"/>
                  </a:lnTo>
                  <a:lnTo>
                    <a:pt x="46037" y="1100695"/>
                  </a:lnTo>
                  <a:lnTo>
                    <a:pt x="51732" y="1102681"/>
                  </a:lnTo>
                  <a:lnTo>
                    <a:pt x="61206" y="1098105"/>
                  </a:lnTo>
                  <a:lnTo>
                    <a:pt x="63191" y="1092412"/>
                  </a:lnTo>
                  <a:lnTo>
                    <a:pt x="58607" y="1082920"/>
                  </a:lnTo>
                  <a:lnTo>
                    <a:pt x="52914" y="1080933"/>
                  </a:lnTo>
                  <a:close/>
                </a:path>
                <a:path w="1771650" h="1315085">
                  <a:moveTo>
                    <a:pt x="38359" y="1046314"/>
                  </a:moveTo>
                  <a:lnTo>
                    <a:pt x="28479" y="1049933"/>
                  </a:lnTo>
                  <a:lnTo>
                    <a:pt x="25942" y="1055404"/>
                  </a:lnTo>
                  <a:lnTo>
                    <a:pt x="29566" y="1065301"/>
                  </a:lnTo>
                  <a:lnTo>
                    <a:pt x="35038" y="1067840"/>
                  </a:lnTo>
                  <a:lnTo>
                    <a:pt x="44917" y="1064220"/>
                  </a:lnTo>
                  <a:lnTo>
                    <a:pt x="47454" y="1058750"/>
                  </a:lnTo>
                  <a:lnTo>
                    <a:pt x="43830" y="1048853"/>
                  </a:lnTo>
                  <a:lnTo>
                    <a:pt x="38359" y="1046314"/>
                  </a:lnTo>
                  <a:close/>
                </a:path>
                <a:path w="1771650" h="1315085">
                  <a:moveTo>
                    <a:pt x="27273" y="1010438"/>
                  </a:moveTo>
                  <a:lnTo>
                    <a:pt x="17084" y="1013059"/>
                  </a:lnTo>
                  <a:lnTo>
                    <a:pt x="14015" y="1018252"/>
                  </a:lnTo>
                  <a:lnTo>
                    <a:pt x="16643" y="1028459"/>
                  </a:lnTo>
                  <a:lnTo>
                    <a:pt x="21835" y="1031528"/>
                  </a:lnTo>
                  <a:lnTo>
                    <a:pt x="32024" y="1028905"/>
                  </a:lnTo>
                  <a:lnTo>
                    <a:pt x="35091" y="1023713"/>
                  </a:lnTo>
                  <a:lnTo>
                    <a:pt x="32465" y="1013505"/>
                  </a:lnTo>
                  <a:lnTo>
                    <a:pt x="27273" y="1010438"/>
                  </a:lnTo>
                  <a:close/>
                </a:path>
                <a:path w="1771650" h="1315085">
                  <a:moveTo>
                    <a:pt x="19765" y="973653"/>
                  </a:moveTo>
                  <a:lnTo>
                    <a:pt x="9364" y="975241"/>
                  </a:lnTo>
                  <a:lnTo>
                    <a:pt x="5792" y="980100"/>
                  </a:lnTo>
                  <a:lnTo>
                    <a:pt x="7385" y="990519"/>
                  </a:lnTo>
                  <a:lnTo>
                    <a:pt x="12244" y="994091"/>
                  </a:lnTo>
                  <a:lnTo>
                    <a:pt x="22645" y="992502"/>
                  </a:lnTo>
                  <a:lnTo>
                    <a:pt x="26216" y="987643"/>
                  </a:lnTo>
                  <a:lnTo>
                    <a:pt x="24624" y="977224"/>
                  </a:lnTo>
                  <a:lnTo>
                    <a:pt x="19765" y="973653"/>
                  </a:lnTo>
                  <a:close/>
                </a:path>
                <a:path w="1771650" h="1315085">
                  <a:moveTo>
                    <a:pt x="15882" y="936315"/>
                  </a:moveTo>
                  <a:lnTo>
                    <a:pt x="5374" y="936845"/>
                  </a:lnTo>
                  <a:lnTo>
                    <a:pt x="1330" y="941320"/>
                  </a:lnTo>
                  <a:lnTo>
                    <a:pt x="1814" y="950884"/>
                  </a:lnTo>
                  <a:lnTo>
                    <a:pt x="1863" y="951847"/>
                  </a:lnTo>
                  <a:lnTo>
                    <a:pt x="6337" y="955890"/>
                  </a:lnTo>
                  <a:lnTo>
                    <a:pt x="16845" y="955360"/>
                  </a:lnTo>
                  <a:lnTo>
                    <a:pt x="20888" y="950884"/>
                  </a:lnTo>
                  <a:lnTo>
                    <a:pt x="20405" y="941320"/>
                  </a:lnTo>
                  <a:lnTo>
                    <a:pt x="20356" y="940358"/>
                  </a:lnTo>
                  <a:lnTo>
                    <a:pt x="15882" y="936315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336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336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384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32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2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70193" y="2290776"/>
              <a:ext cx="788035" cy="173355"/>
            </a:xfrm>
            <a:custGeom>
              <a:avLst/>
              <a:gdLst/>
              <a:ahLst/>
              <a:cxnLst/>
              <a:rect l="l" t="t" r="r" b="b"/>
              <a:pathLst>
                <a:path w="788035" h="173355">
                  <a:moveTo>
                    <a:pt x="25390" y="122217"/>
                  </a:moveTo>
                  <a:lnTo>
                    <a:pt x="15506" y="124232"/>
                  </a:lnTo>
                  <a:lnTo>
                    <a:pt x="7180" y="129924"/>
                  </a:lnTo>
                  <a:lnTo>
                    <a:pt x="1866" y="138083"/>
                  </a:lnTo>
                  <a:lnTo>
                    <a:pt x="97" y="147138"/>
                  </a:lnTo>
                  <a:lnTo>
                    <a:pt x="0" y="147640"/>
                  </a:lnTo>
                  <a:lnTo>
                    <a:pt x="25422" y="173030"/>
                  </a:lnTo>
                  <a:lnTo>
                    <a:pt x="35306" y="171015"/>
                  </a:lnTo>
                  <a:lnTo>
                    <a:pt x="43633" y="165324"/>
                  </a:lnTo>
                  <a:lnTo>
                    <a:pt x="48946" y="157164"/>
                  </a:lnTo>
                  <a:lnTo>
                    <a:pt x="49099" y="156378"/>
                  </a:lnTo>
                  <a:lnTo>
                    <a:pt x="29159" y="156378"/>
                  </a:lnTo>
                  <a:lnTo>
                    <a:pt x="21653" y="138869"/>
                  </a:lnTo>
                  <a:lnTo>
                    <a:pt x="43253" y="129611"/>
                  </a:lnTo>
                  <a:lnTo>
                    <a:pt x="43106" y="129397"/>
                  </a:lnTo>
                  <a:lnTo>
                    <a:pt x="34947" y="124083"/>
                  </a:lnTo>
                  <a:lnTo>
                    <a:pt x="25390" y="122217"/>
                  </a:lnTo>
                  <a:close/>
                </a:path>
                <a:path w="788035" h="173355">
                  <a:moveTo>
                    <a:pt x="43253" y="129611"/>
                  </a:moveTo>
                  <a:lnTo>
                    <a:pt x="21653" y="138869"/>
                  </a:lnTo>
                  <a:lnTo>
                    <a:pt x="29159" y="156378"/>
                  </a:lnTo>
                  <a:lnTo>
                    <a:pt x="50717" y="147138"/>
                  </a:lnTo>
                  <a:lnTo>
                    <a:pt x="48870" y="138083"/>
                  </a:lnTo>
                  <a:lnTo>
                    <a:pt x="48797" y="137725"/>
                  </a:lnTo>
                  <a:lnTo>
                    <a:pt x="43253" y="129611"/>
                  </a:lnTo>
                  <a:close/>
                </a:path>
                <a:path w="788035" h="173355">
                  <a:moveTo>
                    <a:pt x="50717" y="147138"/>
                  </a:moveTo>
                  <a:lnTo>
                    <a:pt x="29159" y="156378"/>
                  </a:lnTo>
                  <a:lnTo>
                    <a:pt x="49099" y="156378"/>
                  </a:lnTo>
                  <a:lnTo>
                    <a:pt x="50806" y="147640"/>
                  </a:lnTo>
                  <a:lnTo>
                    <a:pt x="50717" y="147138"/>
                  </a:lnTo>
                  <a:close/>
                </a:path>
                <a:path w="788035" h="173355">
                  <a:moveTo>
                    <a:pt x="668026" y="104867"/>
                  </a:moveTo>
                  <a:lnTo>
                    <a:pt x="661374" y="119379"/>
                  </a:lnTo>
                  <a:lnTo>
                    <a:pt x="787406" y="149211"/>
                  </a:lnTo>
                  <a:lnTo>
                    <a:pt x="733603" y="110213"/>
                  </a:lnTo>
                  <a:lnTo>
                    <a:pt x="679471" y="110213"/>
                  </a:lnTo>
                  <a:lnTo>
                    <a:pt x="668026" y="104867"/>
                  </a:lnTo>
                  <a:close/>
                </a:path>
                <a:path w="788035" h="173355">
                  <a:moveTo>
                    <a:pt x="401136" y="0"/>
                  </a:moveTo>
                  <a:lnTo>
                    <a:pt x="349510" y="5231"/>
                  </a:lnTo>
                  <a:lnTo>
                    <a:pt x="294692" y="19023"/>
                  </a:lnTo>
                  <a:lnTo>
                    <a:pt x="239397" y="38581"/>
                  </a:lnTo>
                  <a:lnTo>
                    <a:pt x="185128" y="61583"/>
                  </a:lnTo>
                  <a:lnTo>
                    <a:pt x="133981" y="85604"/>
                  </a:lnTo>
                  <a:lnTo>
                    <a:pt x="68114" y="118037"/>
                  </a:lnTo>
                  <a:lnTo>
                    <a:pt x="50387" y="126554"/>
                  </a:lnTo>
                  <a:lnTo>
                    <a:pt x="43253" y="129611"/>
                  </a:lnTo>
                  <a:lnTo>
                    <a:pt x="48797" y="137725"/>
                  </a:lnTo>
                  <a:lnTo>
                    <a:pt x="50717" y="147138"/>
                  </a:lnTo>
                  <a:lnTo>
                    <a:pt x="57891" y="144063"/>
                  </a:lnTo>
                  <a:lnTo>
                    <a:pt x="76356" y="135213"/>
                  </a:lnTo>
                  <a:lnTo>
                    <a:pt x="142362" y="102711"/>
                  </a:lnTo>
                  <a:lnTo>
                    <a:pt x="167237" y="90811"/>
                  </a:lnTo>
                  <a:lnTo>
                    <a:pt x="246831" y="56121"/>
                  </a:lnTo>
                  <a:lnTo>
                    <a:pt x="300987" y="37005"/>
                  </a:lnTo>
                  <a:lnTo>
                    <a:pt x="353597" y="23837"/>
                  </a:lnTo>
                  <a:lnTo>
                    <a:pt x="378299" y="20279"/>
                  </a:lnTo>
                  <a:lnTo>
                    <a:pt x="377874" y="20279"/>
                  </a:lnTo>
                  <a:lnTo>
                    <a:pt x="402152" y="19023"/>
                  </a:lnTo>
                  <a:lnTo>
                    <a:pt x="509581" y="19023"/>
                  </a:lnTo>
                  <a:lnTo>
                    <a:pt x="506866" y="18138"/>
                  </a:lnTo>
                  <a:lnTo>
                    <a:pt x="479599" y="10641"/>
                  </a:lnTo>
                  <a:lnTo>
                    <a:pt x="452755" y="4909"/>
                  </a:lnTo>
                  <a:lnTo>
                    <a:pt x="426522" y="1253"/>
                  </a:lnTo>
                  <a:lnTo>
                    <a:pt x="401136" y="0"/>
                  </a:lnTo>
                  <a:close/>
                </a:path>
                <a:path w="788035" h="173355">
                  <a:moveTo>
                    <a:pt x="675964" y="87549"/>
                  </a:moveTo>
                  <a:lnTo>
                    <a:pt x="668026" y="104867"/>
                  </a:lnTo>
                  <a:lnTo>
                    <a:pt x="679471" y="110213"/>
                  </a:lnTo>
                  <a:lnTo>
                    <a:pt x="687533" y="92952"/>
                  </a:lnTo>
                  <a:lnTo>
                    <a:pt x="675964" y="87549"/>
                  </a:lnTo>
                  <a:close/>
                </a:path>
                <a:path w="788035" h="173355">
                  <a:moveTo>
                    <a:pt x="682541" y="73201"/>
                  </a:moveTo>
                  <a:lnTo>
                    <a:pt x="675964" y="87549"/>
                  </a:lnTo>
                  <a:lnTo>
                    <a:pt x="687533" y="92952"/>
                  </a:lnTo>
                  <a:lnTo>
                    <a:pt x="679471" y="110213"/>
                  </a:lnTo>
                  <a:lnTo>
                    <a:pt x="733603" y="110213"/>
                  </a:lnTo>
                  <a:lnTo>
                    <a:pt x="682541" y="73201"/>
                  </a:lnTo>
                  <a:close/>
                </a:path>
                <a:path w="788035" h="173355">
                  <a:moveTo>
                    <a:pt x="509581" y="19023"/>
                  </a:moveTo>
                  <a:lnTo>
                    <a:pt x="402152" y="19023"/>
                  </a:lnTo>
                  <a:lnTo>
                    <a:pt x="425544" y="20279"/>
                  </a:lnTo>
                  <a:lnTo>
                    <a:pt x="450544" y="23837"/>
                  </a:lnTo>
                  <a:lnTo>
                    <a:pt x="450393" y="23837"/>
                  </a:lnTo>
                  <a:lnTo>
                    <a:pt x="475605" y="29268"/>
                  </a:lnTo>
                  <a:lnTo>
                    <a:pt x="501805" y="36503"/>
                  </a:lnTo>
                  <a:lnTo>
                    <a:pt x="528447" y="45212"/>
                  </a:lnTo>
                  <a:lnTo>
                    <a:pt x="555287" y="55115"/>
                  </a:lnTo>
                  <a:lnTo>
                    <a:pt x="608713" y="77435"/>
                  </a:lnTo>
                  <a:lnTo>
                    <a:pt x="668026" y="104867"/>
                  </a:lnTo>
                  <a:lnTo>
                    <a:pt x="675964" y="87549"/>
                  </a:lnTo>
                  <a:lnTo>
                    <a:pt x="616054" y="59856"/>
                  </a:lnTo>
                  <a:lnTo>
                    <a:pt x="561878" y="37242"/>
                  </a:lnTo>
                  <a:lnTo>
                    <a:pt x="534359" y="27101"/>
                  </a:lnTo>
                  <a:lnTo>
                    <a:pt x="509581" y="19023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576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576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624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624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672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672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94192" y="2290776"/>
              <a:ext cx="788035" cy="173355"/>
            </a:xfrm>
            <a:custGeom>
              <a:avLst/>
              <a:gdLst/>
              <a:ahLst/>
              <a:cxnLst/>
              <a:rect l="l" t="t" r="r" b="b"/>
              <a:pathLst>
                <a:path w="788035" h="173355">
                  <a:moveTo>
                    <a:pt x="25390" y="122217"/>
                  </a:moveTo>
                  <a:lnTo>
                    <a:pt x="15507" y="124232"/>
                  </a:lnTo>
                  <a:lnTo>
                    <a:pt x="7180" y="129924"/>
                  </a:lnTo>
                  <a:lnTo>
                    <a:pt x="1866" y="138083"/>
                  </a:lnTo>
                  <a:lnTo>
                    <a:pt x="97" y="147138"/>
                  </a:lnTo>
                  <a:lnTo>
                    <a:pt x="0" y="147640"/>
                  </a:lnTo>
                  <a:lnTo>
                    <a:pt x="1941" y="157164"/>
                  </a:lnTo>
                  <a:lnTo>
                    <a:pt x="2014" y="157523"/>
                  </a:lnTo>
                  <a:lnTo>
                    <a:pt x="7706" y="165850"/>
                  </a:lnTo>
                  <a:lnTo>
                    <a:pt x="15866" y="171164"/>
                  </a:lnTo>
                  <a:lnTo>
                    <a:pt x="25423" y="173030"/>
                  </a:lnTo>
                  <a:lnTo>
                    <a:pt x="35306" y="171015"/>
                  </a:lnTo>
                  <a:lnTo>
                    <a:pt x="43633" y="165324"/>
                  </a:lnTo>
                  <a:lnTo>
                    <a:pt x="48947" y="157164"/>
                  </a:lnTo>
                  <a:lnTo>
                    <a:pt x="49100" y="156378"/>
                  </a:lnTo>
                  <a:lnTo>
                    <a:pt x="29159" y="156378"/>
                  </a:lnTo>
                  <a:lnTo>
                    <a:pt x="21654" y="138869"/>
                  </a:lnTo>
                  <a:lnTo>
                    <a:pt x="43253" y="129612"/>
                  </a:lnTo>
                  <a:lnTo>
                    <a:pt x="43106" y="129397"/>
                  </a:lnTo>
                  <a:lnTo>
                    <a:pt x="34947" y="124083"/>
                  </a:lnTo>
                  <a:lnTo>
                    <a:pt x="25390" y="122217"/>
                  </a:lnTo>
                  <a:close/>
                </a:path>
                <a:path w="788035" h="173355">
                  <a:moveTo>
                    <a:pt x="43253" y="129612"/>
                  </a:moveTo>
                  <a:lnTo>
                    <a:pt x="21654" y="138869"/>
                  </a:lnTo>
                  <a:lnTo>
                    <a:pt x="29159" y="156378"/>
                  </a:lnTo>
                  <a:lnTo>
                    <a:pt x="50717" y="147138"/>
                  </a:lnTo>
                  <a:lnTo>
                    <a:pt x="48871" y="138083"/>
                  </a:lnTo>
                  <a:lnTo>
                    <a:pt x="48797" y="137725"/>
                  </a:lnTo>
                  <a:lnTo>
                    <a:pt x="43253" y="129612"/>
                  </a:lnTo>
                  <a:close/>
                </a:path>
                <a:path w="788035" h="173355">
                  <a:moveTo>
                    <a:pt x="50717" y="147138"/>
                  </a:moveTo>
                  <a:lnTo>
                    <a:pt x="29159" y="156378"/>
                  </a:lnTo>
                  <a:lnTo>
                    <a:pt x="49100" y="156378"/>
                  </a:lnTo>
                  <a:lnTo>
                    <a:pt x="50806" y="147640"/>
                  </a:lnTo>
                  <a:lnTo>
                    <a:pt x="50717" y="147138"/>
                  </a:lnTo>
                  <a:close/>
                </a:path>
                <a:path w="788035" h="173355">
                  <a:moveTo>
                    <a:pt x="668026" y="104866"/>
                  </a:moveTo>
                  <a:lnTo>
                    <a:pt x="661373" y="119379"/>
                  </a:lnTo>
                  <a:lnTo>
                    <a:pt x="787407" y="149211"/>
                  </a:lnTo>
                  <a:lnTo>
                    <a:pt x="733604" y="110213"/>
                  </a:lnTo>
                  <a:lnTo>
                    <a:pt x="679472" y="110213"/>
                  </a:lnTo>
                  <a:lnTo>
                    <a:pt x="668026" y="104866"/>
                  </a:lnTo>
                  <a:close/>
                </a:path>
                <a:path w="788035" h="173355">
                  <a:moveTo>
                    <a:pt x="401136" y="0"/>
                  </a:moveTo>
                  <a:lnTo>
                    <a:pt x="349511" y="5231"/>
                  </a:lnTo>
                  <a:lnTo>
                    <a:pt x="294693" y="19023"/>
                  </a:lnTo>
                  <a:lnTo>
                    <a:pt x="239398" y="38581"/>
                  </a:lnTo>
                  <a:lnTo>
                    <a:pt x="185128" y="61583"/>
                  </a:lnTo>
                  <a:lnTo>
                    <a:pt x="133981" y="85604"/>
                  </a:lnTo>
                  <a:lnTo>
                    <a:pt x="68114" y="118037"/>
                  </a:lnTo>
                  <a:lnTo>
                    <a:pt x="50388" y="126554"/>
                  </a:lnTo>
                  <a:lnTo>
                    <a:pt x="43253" y="129612"/>
                  </a:lnTo>
                  <a:lnTo>
                    <a:pt x="48797" y="137725"/>
                  </a:lnTo>
                  <a:lnTo>
                    <a:pt x="50717" y="147138"/>
                  </a:lnTo>
                  <a:lnTo>
                    <a:pt x="57892" y="144063"/>
                  </a:lnTo>
                  <a:lnTo>
                    <a:pt x="76355" y="135213"/>
                  </a:lnTo>
                  <a:lnTo>
                    <a:pt x="142362" y="102711"/>
                  </a:lnTo>
                  <a:lnTo>
                    <a:pt x="167238" y="90811"/>
                  </a:lnTo>
                  <a:lnTo>
                    <a:pt x="246831" y="56121"/>
                  </a:lnTo>
                  <a:lnTo>
                    <a:pt x="300986" y="37005"/>
                  </a:lnTo>
                  <a:lnTo>
                    <a:pt x="353597" y="23837"/>
                  </a:lnTo>
                  <a:lnTo>
                    <a:pt x="378300" y="20279"/>
                  </a:lnTo>
                  <a:lnTo>
                    <a:pt x="377875" y="20279"/>
                  </a:lnTo>
                  <a:lnTo>
                    <a:pt x="402152" y="19023"/>
                  </a:lnTo>
                  <a:lnTo>
                    <a:pt x="509581" y="19023"/>
                  </a:lnTo>
                  <a:lnTo>
                    <a:pt x="506866" y="18138"/>
                  </a:lnTo>
                  <a:lnTo>
                    <a:pt x="479599" y="10641"/>
                  </a:lnTo>
                  <a:lnTo>
                    <a:pt x="452755" y="4909"/>
                  </a:lnTo>
                  <a:lnTo>
                    <a:pt x="426522" y="1253"/>
                  </a:lnTo>
                  <a:lnTo>
                    <a:pt x="401136" y="0"/>
                  </a:lnTo>
                  <a:close/>
                </a:path>
                <a:path w="788035" h="173355">
                  <a:moveTo>
                    <a:pt x="675964" y="87549"/>
                  </a:moveTo>
                  <a:lnTo>
                    <a:pt x="668026" y="104866"/>
                  </a:lnTo>
                  <a:lnTo>
                    <a:pt x="679472" y="110213"/>
                  </a:lnTo>
                  <a:lnTo>
                    <a:pt x="687534" y="92952"/>
                  </a:lnTo>
                  <a:lnTo>
                    <a:pt x="675964" y="87549"/>
                  </a:lnTo>
                  <a:close/>
                </a:path>
                <a:path w="788035" h="173355">
                  <a:moveTo>
                    <a:pt x="682541" y="73201"/>
                  </a:moveTo>
                  <a:lnTo>
                    <a:pt x="675964" y="87549"/>
                  </a:lnTo>
                  <a:lnTo>
                    <a:pt x="687534" y="92952"/>
                  </a:lnTo>
                  <a:lnTo>
                    <a:pt x="679472" y="110213"/>
                  </a:lnTo>
                  <a:lnTo>
                    <a:pt x="733604" y="110213"/>
                  </a:lnTo>
                  <a:lnTo>
                    <a:pt x="682541" y="73201"/>
                  </a:lnTo>
                  <a:close/>
                </a:path>
                <a:path w="788035" h="173355">
                  <a:moveTo>
                    <a:pt x="509581" y="19023"/>
                  </a:moveTo>
                  <a:lnTo>
                    <a:pt x="402152" y="19023"/>
                  </a:lnTo>
                  <a:lnTo>
                    <a:pt x="425544" y="20279"/>
                  </a:lnTo>
                  <a:lnTo>
                    <a:pt x="450545" y="23837"/>
                  </a:lnTo>
                  <a:lnTo>
                    <a:pt x="450393" y="23837"/>
                  </a:lnTo>
                  <a:lnTo>
                    <a:pt x="475605" y="29268"/>
                  </a:lnTo>
                  <a:lnTo>
                    <a:pt x="501805" y="36503"/>
                  </a:lnTo>
                  <a:lnTo>
                    <a:pt x="528447" y="45212"/>
                  </a:lnTo>
                  <a:lnTo>
                    <a:pt x="555287" y="55115"/>
                  </a:lnTo>
                  <a:lnTo>
                    <a:pt x="608714" y="77435"/>
                  </a:lnTo>
                  <a:lnTo>
                    <a:pt x="668026" y="104866"/>
                  </a:lnTo>
                  <a:lnTo>
                    <a:pt x="675964" y="87549"/>
                  </a:lnTo>
                  <a:lnTo>
                    <a:pt x="616054" y="59856"/>
                  </a:lnTo>
                  <a:lnTo>
                    <a:pt x="561879" y="37242"/>
                  </a:lnTo>
                  <a:lnTo>
                    <a:pt x="534359" y="27101"/>
                  </a:lnTo>
                  <a:lnTo>
                    <a:pt x="509581" y="19023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816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816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864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4864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912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912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18193" y="2290776"/>
              <a:ext cx="788035" cy="173355"/>
            </a:xfrm>
            <a:custGeom>
              <a:avLst/>
              <a:gdLst/>
              <a:ahLst/>
              <a:cxnLst/>
              <a:rect l="l" t="t" r="r" b="b"/>
              <a:pathLst>
                <a:path w="788034" h="173355">
                  <a:moveTo>
                    <a:pt x="25390" y="122217"/>
                  </a:moveTo>
                  <a:lnTo>
                    <a:pt x="15507" y="124232"/>
                  </a:lnTo>
                  <a:lnTo>
                    <a:pt x="7180" y="129924"/>
                  </a:lnTo>
                  <a:lnTo>
                    <a:pt x="1866" y="138083"/>
                  </a:lnTo>
                  <a:lnTo>
                    <a:pt x="97" y="147138"/>
                  </a:lnTo>
                  <a:lnTo>
                    <a:pt x="0" y="147640"/>
                  </a:lnTo>
                  <a:lnTo>
                    <a:pt x="1941" y="157164"/>
                  </a:lnTo>
                  <a:lnTo>
                    <a:pt x="2014" y="157523"/>
                  </a:lnTo>
                  <a:lnTo>
                    <a:pt x="7706" y="165850"/>
                  </a:lnTo>
                  <a:lnTo>
                    <a:pt x="15866" y="171164"/>
                  </a:lnTo>
                  <a:lnTo>
                    <a:pt x="25423" y="173030"/>
                  </a:lnTo>
                  <a:lnTo>
                    <a:pt x="35306" y="171015"/>
                  </a:lnTo>
                  <a:lnTo>
                    <a:pt x="43633" y="165324"/>
                  </a:lnTo>
                  <a:lnTo>
                    <a:pt x="48947" y="157164"/>
                  </a:lnTo>
                  <a:lnTo>
                    <a:pt x="49100" y="156378"/>
                  </a:lnTo>
                  <a:lnTo>
                    <a:pt x="29159" y="156378"/>
                  </a:lnTo>
                  <a:lnTo>
                    <a:pt x="21654" y="138869"/>
                  </a:lnTo>
                  <a:lnTo>
                    <a:pt x="43253" y="129612"/>
                  </a:lnTo>
                  <a:lnTo>
                    <a:pt x="43106" y="129397"/>
                  </a:lnTo>
                  <a:lnTo>
                    <a:pt x="34947" y="124083"/>
                  </a:lnTo>
                  <a:lnTo>
                    <a:pt x="25390" y="122217"/>
                  </a:lnTo>
                  <a:close/>
                </a:path>
                <a:path w="788034" h="173355">
                  <a:moveTo>
                    <a:pt x="43253" y="129612"/>
                  </a:moveTo>
                  <a:lnTo>
                    <a:pt x="21654" y="138869"/>
                  </a:lnTo>
                  <a:lnTo>
                    <a:pt x="29159" y="156378"/>
                  </a:lnTo>
                  <a:lnTo>
                    <a:pt x="50717" y="147138"/>
                  </a:lnTo>
                  <a:lnTo>
                    <a:pt x="48871" y="138083"/>
                  </a:lnTo>
                  <a:lnTo>
                    <a:pt x="48797" y="137725"/>
                  </a:lnTo>
                  <a:lnTo>
                    <a:pt x="43253" y="129612"/>
                  </a:lnTo>
                  <a:close/>
                </a:path>
                <a:path w="788034" h="173355">
                  <a:moveTo>
                    <a:pt x="50717" y="147138"/>
                  </a:moveTo>
                  <a:lnTo>
                    <a:pt x="29159" y="156378"/>
                  </a:lnTo>
                  <a:lnTo>
                    <a:pt x="49100" y="156378"/>
                  </a:lnTo>
                  <a:lnTo>
                    <a:pt x="50806" y="147640"/>
                  </a:lnTo>
                  <a:lnTo>
                    <a:pt x="50717" y="147138"/>
                  </a:lnTo>
                  <a:close/>
                </a:path>
                <a:path w="788034" h="173355">
                  <a:moveTo>
                    <a:pt x="668026" y="104866"/>
                  </a:moveTo>
                  <a:lnTo>
                    <a:pt x="661373" y="119379"/>
                  </a:lnTo>
                  <a:lnTo>
                    <a:pt x="787407" y="149211"/>
                  </a:lnTo>
                  <a:lnTo>
                    <a:pt x="733604" y="110213"/>
                  </a:lnTo>
                  <a:lnTo>
                    <a:pt x="679472" y="110213"/>
                  </a:lnTo>
                  <a:lnTo>
                    <a:pt x="668026" y="104866"/>
                  </a:lnTo>
                  <a:close/>
                </a:path>
                <a:path w="788034" h="173355">
                  <a:moveTo>
                    <a:pt x="401136" y="0"/>
                  </a:moveTo>
                  <a:lnTo>
                    <a:pt x="349511" y="5231"/>
                  </a:lnTo>
                  <a:lnTo>
                    <a:pt x="294693" y="19023"/>
                  </a:lnTo>
                  <a:lnTo>
                    <a:pt x="239398" y="38581"/>
                  </a:lnTo>
                  <a:lnTo>
                    <a:pt x="185128" y="61583"/>
                  </a:lnTo>
                  <a:lnTo>
                    <a:pt x="133981" y="85604"/>
                  </a:lnTo>
                  <a:lnTo>
                    <a:pt x="68114" y="118037"/>
                  </a:lnTo>
                  <a:lnTo>
                    <a:pt x="50388" y="126554"/>
                  </a:lnTo>
                  <a:lnTo>
                    <a:pt x="43253" y="129612"/>
                  </a:lnTo>
                  <a:lnTo>
                    <a:pt x="48797" y="137725"/>
                  </a:lnTo>
                  <a:lnTo>
                    <a:pt x="50717" y="147138"/>
                  </a:lnTo>
                  <a:lnTo>
                    <a:pt x="57892" y="144063"/>
                  </a:lnTo>
                  <a:lnTo>
                    <a:pt x="76355" y="135213"/>
                  </a:lnTo>
                  <a:lnTo>
                    <a:pt x="142362" y="102711"/>
                  </a:lnTo>
                  <a:lnTo>
                    <a:pt x="167238" y="90811"/>
                  </a:lnTo>
                  <a:lnTo>
                    <a:pt x="246831" y="56121"/>
                  </a:lnTo>
                  <a:lnTo>
                    <a:pt x="300986" y="37005"/>
                  </a:lnTo>
                  <a:lnTo>
                    <a:pt x="353597" y="23837"/>
                  </a:lnTo>
                  <a:lnTo>
                    <a:pt x="378300" y="20279"/>
                  </a:lnTo>
                  <a:lnTo>
                    <a:pt x="377875" y="20279"/>
                  </a:lnTo>
                  <a:lnTo>
                    <a:pt x="402152" y="19023"/>
                  </a:lnTo>
                  <a:lnTo>
                    <a:pt x="509581" y="19023"/>
                  </a:lnTo>
                  <a:lnTo>
                    <a:pt x="506866" y="18138"/>
                  </a:lnTo>
                  <a:lnTo>
                    <a:pt x="479599" y="10641"/>
                  </a:lnTo>
                  <a:lnTo>
                    <a:pt x="452755" y="4909"/>
                  </a:lnTo>
                  <a:lnTo>
                    <a:pt x="426522" y="1253"/>
                  </a:lnTo>
                  <a:lnTo>
                    <a:pt x="401136" y="0"/>
                  </a:lnTo>
                  <a:close/>
                </a:path>
                <a:path w="788034" h="173355">
                  <a:moveTo>
                    <a:pt x="675964" y="87549"/>
                  </a:moveTo>
                  <a:lnTo>
                    <a:pt x="668026" y="104866"/>
                  </a:lnTo>
                  <a:lnTo>
                    <a:pt x="679472" y="110213"/>
                  </a:lnTo>
                  <a:lnTo>
                    <a:pt x="687534" y="92952"/>
                  </a:lnTo>
                  <a:lnTo>
                    <a:pt x="675964" y="87549"/>
                  </a:lnTo>
                  <a:close/>
                </a:path>
                <a:path w="788034" h="173355">
                  <a:moveTo>
                    <a:pt x="682541" y="73201"/>
                  </a:moveTo>
                  <a:lnTo>
                    <a:pt x="675964" y="87549"/>
                  </a:lnTo>
                  <a:lnTo>
                    <a:pt x="687534" y="92952"/>
                  </a:lnTo>
                  <a:lnTo>
                    <a:pt x="679472" y="110213"/>
                  </a:lnTo>
                  <a:lnTo>
                    <a:pt x="733604" y="110213"/>
                  </a:lnTo>
                  <a:lnTo>
                    <a:pt x="682541" y="73201"/>
                  </a:lnTo>
                  <a:close/>
                </a:path>
                <a:path w="788034" h="173355">
                  <a:moveTo>
                    <a:pt x="509581" y="19023"/>
                  </a:moveTo>
                  <a:lnTo>
                    <a:pt x="402152" y="19023"/>
                  </a:lnTo>
                  <a:lnTo>
                    <a:pt x="425544" y="20279"/>
                  </a:lnTo>
                  <a:lnTo>
                    <a:pt x="450545" y="23837"/>
                  </a:lnTo>
                  <a:lnTo>
                    <a:pt x="450393" y="23837"/>
                  </a:lnTo>
                  <a:lnTo>
                    <a:pt x="475605" y="29268"/>
                  </a:lnTo>
                  <a:lnTo>
                    <a:pt x="501805" y="36503"/>
                  </a:lnTo>
                  <a:lnTo>
                    <a:pt x="528447" y="45212"/>
                  </a:lnTo>
                  <a:lnTo>
                    <a:pt x="555287" y="55115"/>
                  </a:lnTo>
                  <a:lnTo>
                    <a:pt x="608714" y="77435"/>
                  </a:lnTo>
                  <a:lnTo>
                    <a:pt x="668026" y="104866"/>
                  </a:lnTo>
                  <a:lnTo>
                    <a:pt x="675964" y="87549"/>
                  </a:lnTo>
                  <a:lnTo>
                    <a:pt x="616054" y="59856"/>
                  </a:lnTo>
                  <a:lnTo>
                    <a:pt x="561879" y="37242"/>
                  </a:lnTo>
                  <a:lnTo>
                    <a:pt x="534359" y="27101"/>
                  </a:lnTo>
                  <a:lnTo>
                    <a:pt x="509581" y="19023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7056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7056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0104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0104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3152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152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048000" y="2414587"/>
              <a:ext cx="3835400" cy="187325"/>
            </a:xfrm>
            <a:custGeom>
              <a:avLst/>
              <a:gdLst/>
              <a:ahLst/>
              <a:cxnLst/>
              <a:rect l="l" t="t" r="r" b="b"/>
              <a:pathLst>
                <a:path w="3835400" h="187325">
                  <a:moveTo>
                    <a:pt x="787387" y="39712"/>
                  </a:moveTo>
                  <a:lnTo>
                    <a:pt x="761974" y="14287"/>
                  </a:lnTo>
                  <a:lnTo>
                    <a:pt x="752094" y="16306"/>
                  </a:lnTo>
                  <a:lnTo>
                    <a:pt x="743762" y="21996"/>
                  </a:lnTo>
                  <a:lnTo>
                    <a:pt x="738454" y="30149"/>
                  </a:lnTo>
                  <a:lnTo>
                    <a:pt x="736587" y="39712"/>
                  </a:lnTo>
                  <a:lnTo>
                    <a:pt x="736676" y="40182"/>
                  </a:lnTo>
                  <a:lnTo>
                    <a:pt x="729513" y="43256"/>
                  </a:lnTo>
                  <a:lnTo>
                    <a:pt x="711047" y="52108"/>
                  </a:lnTo>
                  <a:lnTo>
                    <a:pt x="645033" y="84607"/>
                  </a:lnTo>
                  <a:lnTo>
                    <a:pt x="620166" y="96507"/>
                  </a:lnTo>
                  <a:lnTo>
                    <a:pt x="540575" y="131191"/>
                  </a:lnTo>
                  <a:lnTo>
                    <a:pt x="486410" y="150317"/>
                  </a:lnTo>
                  <a:lnTo>
                    <a:pt x="433514" y="163537"/>
                  </a:lnTo>
                  <a:lnTo>
                    <a:pt x="433362" y="163537"/>
                  </a:lnTo>
                  <a:lnTo>
                    <a:pt x="408863" y="167068"/>
                  </a:lnTo>
                  <a:lnTo>
                    <a:pt x="385241" y="168300"/>
                  </a:lnTo>
                  <a:lnTo>
                    <a:pt x="362496" y="167068"/>
                  </a:lnTo>
                  <a:lnTo>
                    <a:pt x="362102" y="167068"/>
                  </a:lnTo>
                  <a:lnTo>
                    <a:pt x="311797" y="158051"/>
                  </a:lnTo>
                  <a:lnTo>
                    <a:pt x="258953" y="142100"/>
                  </a:lnTo>
                  <a:lnTo>
                    <a:pt x="178689" y="109880"/>
                  </a:lnTo>
                  <a:lnTo>
                    <a:pt x="119367" y="82448"/>
                  </a:lnTo>
                  <a:lnTo>
                    <a:pt x="121818" y="77101"/>
                  </a:lnTo>
                  <a:lnTo>
                    <a:pt x="126022" y="67932"/>
                  </a:lnTo>
                  <a:lnTo>
                    <a:pt x="0" y="38100"/>
                  </a:lnTo>
                  <a:lnTo>
                    <a:pt x="104863" y="114122"/>
                  </a:lnTo>
                  <a:lnTo>
                    <a:pt x="111429" y="99771"/>
                  </a:lnTo>
                  <a:lnTo>
                    <a:pt x="171348" y="127457"/>
                  </a:lnTo>
                  <a:lnTo>
                    <a:pt x="225526" y="150075"/>
                  </a:lnTo>
                  <a:lnTo>
                    <a:pt x="280530" y="169176"/>
                  </a:lnTo>
                  <a:lnTo>
                    <a:pt x="334645" y="182410"/>
                  </a:lnTo>
                  <a:lnTo>
                    <a:pt x="386270" y="187312"/>
                  </a:lnTo>
                  <a:lnTo>
                    <a:pt x="411594" y="185928"/>
                  </a:lnTo>
                  <a:lnTo>
                    <a:pt x="464908" y="176136"/>
                  </a:lnTo>
                  <a:lnTo>
                    <a:pt x="520166" y="159169"/>
                  </a:lnTo>
                  <a:lnTo>
                    <a:pt x="602272" y="125730"/>
                  </a:lnTo>
                  <a:lnTo>
                    <a:pt x="653415" y="101714"/>
                  </a:lnTo>
                  <a:lnTo>
                    <a:pt x="719289" y="69278"/>
                  </a:lnTo>
                  <a:lnTo>
                    <a:pt x="737019" y="60769"/>
                  </a:lnTo>
                  <a:lnTo>
                    <a:pt x="744143" y="57708"/>
                  </a:lnTo>
                  <a:lnTo>
                    <a:pt x="744296" y="57924"/>
                  </a:lnTo>
                  <a:lnTo>
                    <a:pt x="752449" y="63233"/>
                  </a:lnTo>
                  <a:lnTo>
                    <a:pt x="787298" y="40182"/>
                  </a:lnTo>
                  <a:lnTo>
                    <a:pt x="787387" y="39712"/>
                  </a:lnTo>
                  <a:close/>
                </a:path>
                <a:path w="3835400" h="187325">
                  <a:moveTo>
                    <a:pt x="2311387" y="25425"/>
                  </a:moveTo>
                  <a:lnTo>
                    <a:pt x="2285974" y="0"/>
                  </a:lnTo>
                  <a:lnTo>
                    <a:pt x="2276094" y="2019"/>
                  </a:lnTo>
                  <a:lnTo>
                    <a:pt x="2267762" y="7708"/>
                  </a:lnTo>
                  <a:lnTo>
                    <a:pt x="2262454" y="15862"/>
                  </a:lnTo>
                  <a:lnTo>
                    <a:pt x="2260587" y="25425"/>
                  </a:lnTo>
                  <a:lnTo>
                    <a:pt x="2260676" y="25895"/>
                  </a:lnTo>
                  <a:lnTo>
                    <a:pt x="2253513" y="28968"/>
                  </a:lnTo>
                  <a:lnTo>
                    <a:pt x="2235047" y="37820"/>
                  </a:lnTo>
                  <a:lnTo>
                    <a:pt x="2169033" y="70319"/>
                  </a:lnTo>
                  <a:lnTo>
                    <a:pt x="2144166" y="82219"/>
                  </a:lnTo>
                  <a:lnTo>
                    <a:pt x="2064575" y="116903"/>
                  </a:lnTo>
                  <a:lnTo>
                    <a:pt x="2010410" y="136029"/>
                  </a:lnTo>
                  <a:lnTo>
                    <a:pt x="1957514" y="149250"/>
                  </a:lnTo>
                  <a:lnTo>
                    <a:pt x="1957362" y="149250"/>
                  </a:lnTo>
                  <a:lnTo>
                    <a:pt x="1932863" y="152781"/>
                  </a:lnTo>
                  <a:lnTo>
                    <a:pt x="1909241" y="154012"/>
                  </a:lnTo>
                  <a:lnTo>
                    <a:pt x="1886496" y="152781"/>
                  </a:lnTo>
                  <a:lnTo>
                    <a:pt x="1886102" y="152781"/>
                  </a:lnTo>
                  <a:lnTo>
                    <a:pt x="1835797" y="143764"/>
                  </a:lnTo>
                  <a:lnTo>
                    <a:pt x="1782953" y="127812"/>
                  </a:lnTo>
                  <a:lnTo>
                    <a:pt x="1702689" y="95592"/>
                  </a:lnTo>
                  <a:lnTo>
                    <a:pt x="1643367" y="68160"/>
                  </a:lnTo>
                  <a:lnTo>
                    <a:pt x="1645818" y="62814"/>
                  </a:lnTo>
                  <a:lnTo>
                    <a:pt x="1650022" y="53644"/>
                  </a:lnTo>
                  <a:lnTo>
                    <a:pt x="1524000" y="23812"/>
                  </a:lnTo>
                  <a:lnTo>
                    <a:pt x="1628863" y="99834"/>
                  </a:lnTo>
                  <a:lnTo>
                    <a:pt x="1635429" y="85483"/>
                  </a:lnTo>
                  <a:lnTo>
                    <a:pt x="1695348" y="113169"/>
                  </a:lnTo>
                  <a:lnTo>
                    <a:pt x="1749526" y="135788"/>
                  </a:lnTo>
                  <a:lnTo>
                    <a:pt x="1804530" y="154889"/>
                  </a:lnTo>
                  <a:lnTo>
                    <a:pt x="1858645" y="168122"/>
                  </a:lnTo>
                  <a:lnTo>
                    <a:pt x="1910270" y="173024"/>
                  </a:lnTo>
                  <a:lnTo>
                    <a:pt x="1935594" y="171640"/>
                  </a:lnTo>
                  <a:lnTo>
                    <a:pt x="1988908" y="161848"/>
                  </a:lnTo>
                  <a:lnTo>
                    <a:pt x="2044166" y="144881"/>
                  </a:lnTo>
                  <a:lnTo>
                    <a:pt x="2126272" y="111442"/>
                  </a:lnTo>
                  <a:lnTo>
                    <a:pt x="2177415" y="87426"/>
                  </a:lnTo>
                  <a:lnTo>
                    <a:pt x="2243290" y="54991"/>
                  </a:lnTo>
                  <a:lnTo>
                    <a:pt x="2261019" y="46482"/>
                  </a:lnTo>
                  <a:lnTo>
                    <a:pt x="2268143" y="43421"/>
                  </a:lnTo>
                  <a:lnTo>
                    <a:pt x="2268296" y="43637"/>
                  </a:lnTo>
                  <a:lnTo>
                    <a:pt x="2276449" y="48945"/>
                  </a:lnTo>
                  <a:lnTo>
                    <a:pt x="2311298" y="25895"/>
                  </a:lnTo>
                  <a:lnTo>
                    <a:pt x="2311387" y="25425"/>
                  </a:lnTo>
                  <a:close/>
                </a:path>
                <a:path w="3835400" h="187325">
                  <a:moveTo>
                    <a:pt x="3835387" y="39712"/>
                  </a:moveTo>
                  <a:lnTo>
                    <a:pt x="3809974" y="14287"/>
                  </a:lnTo>
                  <a:lnTo>
                    <a:pt x="3800094" y="16306"/>
                  </a:lnTo>
                  <a:lnTo>
                    <a:pt x="3791762" y="21996"/>
                  </a:lnTo>
                  <a:lnTo>
                    <a:pt x="3786454" y="30149"/>
                  </a:lnTo>
                  <a:lnTo>
                    <a:pt x="3784587" y="39712"/>
                  </a:lnTo>
                  <a:lnTo>
                    <a:pt x="3784676" y="40182"/>
                  </a:lnTo>
                  <a:lnTo>
                    <a:pt x="3777513" y="43256"/>
                  </a:lnTo>
                  <a:lnTo>
                    <a:pt x="3759047" y="52108"/>
                  </a:lnTo>
                  <a:lnTo>
                    <a:pt x="3693033" y="84607"/>
                  </a:lnTo>
                  <a:lnTo>
                    <a:pt x="3668166" y="96507"/>
                  </a:lnTo>
                  <a:lnTo>
                    <a:pt x="3588575" y="131191"/>
                  </a:lnTo>
                  <a:lnTo>
                    <a:pt x="3534410" y="150317"/>
                  </a:lnTo>
                  <a:lnTo>
                    <a:pt x="3481514" y="163537"/>
                  </a:lnTo>
                  <a:lnTo>
                    <a:pt x="3481362" y="163537"/>
                  </a:lnTo>
                  <a:lnTo>
                    <a:pt x="3456863" y="167068"/>
                  </a:lnTo>
                  <a:lnTo>
                    <a:pt x="3433241" y="168300"/>
                  </a:lnTo>
                  <a:lnTo>
                    <a:pt x="3410496" y="167068"/>
                  </a:lnTo>
                  <a:lnTo>
                    <a:pt x="3410102" y="167068"/>
                  </a:lnTo>
                  <a:lnTo>
                    <a:pt x="3359797" y="158051"/>
                  </a:lnTo>
                  <a:lnTo>
                    <a:pt x="3306953" y="142100"/>
                  </a:lnTo>
                  <a:lnTo>
                    <a:pt x="3226689" y="109880"/>
                  </a:lnTo>
                  <a:lnTo>
                    <a:pt x="3167367" y="82448"/>
                  </a:lnTo>
                  <a:lnTo>
                    <a:pt x="3169818" y="77101"/>
                  </a:lnTo>
                  <a:lnTo>
                    <a:pt x="3174022" y="67932"/>
                  </a:lnTo>
                  <a:lnTo>
                    <a:pt x="3048000" y="38100"/>
                  </a:lnTo>
                  <a:lnTo>
                    <a:pt x="3152864" y="114122"/>
                  </a:lnTo>
                  <a:lnTo>
                    <a:pt x="3159429" y="99771"/>
                  </a:lnTo>
                  <a:lnTo>
                    <a:pt x="3219348" y="127457"/>
                  </a:lnTo>
                  <a:lnTo>
                    <a:pt x="3273526" y="150075"/>
                  </a:lnTo>
                  <a:lnTo>
                    <a:pt x="3328530" y="169176"/>
                  </a:lnTo>
                  <a:lnTo>
                    <a:pt x="3382645" y="182410"/>
                  </a:lnTo>
                  <a:lnTo>
                    <a:pt x="3434270" y="187312"/>
                  </a:lnTo>
                  <a:lnTo>
                    <a:pt x="3459594" y="185928"/>
                  </a:lnTo>
                  <a:lnTo>
                    <a:pt x="3512909" y="176136"/>
                  </a:lnTo>
                  <a:lnTo>
                    <a:pt x="3568166" y="159169"/>
                  </a:lnTo>
                  <a:lnTo>
                    <a:pt x="3650272" y="125730"/>
                  </a:lnTo>
                  <a:lnTo>
                    <a:pt x="3701415" y="101714"/>
                  </a:lnTo>
                  <a:lnTo>
                    <a:pt x="3767290" y="69278"/>
                  </a:lnTo>
                  <a:lnTo>
                    <a:pt x="3785019" y="60769"/>
                  </a:lnTo>
                  <a:lnTo>
                    <a:pt x="3792143" y="57708"/>
                  </a:lnTo>
                  <a:lnTo>
                    <a:pt x="3792296" y="57924"/>
                  </a:lnTo>
                  <a:lnTo>
                    <a:pt x="3800449" y="63233"/>
                  </a:lnTo>
                  <a:lnTo>
                    <a:pt x="3835298" y="40182"/>
                  </a:lnTo>
                  <a:lnTo>
                    <a:pt x="3835387" y="39712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20124" y="2413202"/>
              <a:ext cx="4709795" cy="482600"/>
            </a:xfrm>
            <a:custGeom>
              <a:avLst/>
              <a:gdLst/>
              <a:ahLst/>
              <a:cxnLst/>
              <a:rect l="l" t="t" r="r" b="b"/>
              <a:pathLst>
                <a:path w="4709795" h="482600">
                  <a:moveTo>
                    <a:pt x="146875" y="482396"/>
                  </a:moveTo>
                  <a:lnTo>
                    <a:pt x="105054" y="397294"/>
                  </a:lnTo>
                  <a:lnTo>
                    <a:pt x="89763" y="366153"/>
                  </a:lnTo>
                  <a:lnTo>
                    <a:pt x="77406" y="375627"/>
                  </a:lnTo>
                  <a:lnTo>
                    <a:pt x="43268" y="324294"/>
                  </a:lnTo>
                  <a:lnTo>
                    <a:pt x="24498" y="281762"/>
                  </a:lnTo>
                  <a:lnTo>
                    <a:pt x="19024" y="239395"/>
                  </a:lnTo>
                  <a:lnTo>
                    <a:pt x="19900" y="223342"/>
                  </a:lnTo>
                  <a:lnTo>
                    <a:pt x="28562" y="171919"/>
                  </a:lnTo>
                  <a:lnTo>
                    <a:pt x="48006" y="103276"/>
                  </a:lnTo>
                  <a:lnTo>
                    <a:pt x="57988" y="72821"/>
                  </a:lnTo>
                  <a:lnTo>
                    <a:pt x="62534" y="58991"/>
                  </a:lnTo>
                  <a:lnTo>
                    <a:pt x="65024" y="50406"/>
                  </a:lnTo>
                  <a:lnTo>
                    <a:pt x="65570" y="50406"/>
                  </a:lnTo>
                  <a:lnTo>
                    <a:pt x="74815" y="47358"/>
                  </a:lnTo>
                  <a:lnTo>
                    <a:pt x="82245" y="41071"/>
                  </a:lnTo>
                  <a:lnTo>
                    <a:pt x="86855" y="32092"/>
                  </a:lnTo>
                  <a:lnTo>
                    <a:pt x="87566" y="22555"/>
                  </a:lnTo>
                  <a:lnTo>
                    <a:pt x="87604" y="22034"/>
                  </a:lnTo>
                  <a:lnTo>
                    <a:pt x="84556" y="12788"/>
                  </a:lnTo>
                  <a:lnTo>
                    <a:pt x="78270" y="5359"/>
                  </a:lnTo>
                  <a:lnTo>
                    <a:pt x="69291" y="749"/>
                  </a:lnTo>
                  <a:lnTo>
                    <a:pt x="59232" y="0"/>
                  </a:lnTo>
                  <a:lnTo>
                    <a:pt x="49987" y="3048"/>
                  </a:lnTo>
                  <a:lnTo>
                    <a:pt x="42557" y="9334"/>
                  </a:lnTo>
                  <a:lnTo>
                    <a:pt x="37960" y="18313"/>
                  </a:lnTo>
                  <a:lnTo>
                    <a:pt x="37236" y="27851"/>
                  </a:lnTo>
                  <a:lnTo>
                    <a:pt x="37198" y="28371"/>
                  </a:lnTo>
                  <a:lnTo>
                    <a:pt x="40246" y="37617"/>
                  </a:lnTo>
                  <a:lnTo>
                    <a:pt x="46609" y="45135"/>
                  </a:lnTo>
                  <a:lnTo>
                    <a:pt x="47840" y="41224"/>
                  </a:lnTo>
                  <a:lnTo>
                    <a:pt x="46710" y="45135"/>
                  </a:lnTo>
                  <a:lnTo>
                    <a:pt x="44234" y="53695"/>
                  </a:lnTo>
                  <a:lnTo>
                    <a:pt x="35026" y="81584"/>
                  </a:lnTo>
                  <a:lnTo>
                    <a:pt x="29883" y="97383"/>
                  </a:lnTo>
                  <a:lnTo>
                    <a:pt x="10134" y="167093"/>
                  </a:lnTo>
                  <a:lnTo>
                    <a:pt x="990" y="221081"/>
                  </a:lnTo>
                  <a:lnTo>
                    <a:pt x="0" y="238328"/>
                  </a:lnTo>
                  <a:lnTo>
                    <a:pt x="342" y="254495"/>
                  </a:lnTo>
                  <a:lnTo>
                    <a:pt x="11430" y="301904"/>
                  </a:lnTo>
                  <a:lnTo>
                    <a:pt x="45135" y="363613"/>
                  </a:lnTo>
                  <a:lnTo>
                    <a:pt x="62293" y="387210"/>
                  </a:lnTo>
                  <a:lnTo>
                    <a:pt x="49441" y="397065"/>
                  </a:lnTo>
                  <a:lnTo>
                    <a:pt x="146875" y="482396"/>
                  </a:lnTo>
                  <a:close/>
                </a:path>
                <a:path w="4709795" h="482600">
                  <a:moveTo>
                    <a:pt x="1667700" y="482396"/>
                  </a:moveTo>
                  <a:lnTo>
                    <a:pt x="1625879" y="397294"/>
                  </a:lnTo>
                  <a:lnTo>
                    <a:pt x="1610588" y="366153"/>
                  </a:lnTo>
                  <a:lnTo>
                    <a:pt x="1598231" y="375627"/>
                  </a:lnTo>
                  <a:lnTo>
                    <a:pt x="1564093" y="324294"/>
                  </a:lnTo>
                  <a:lnTo>
                    <a:pt x="1545323" y="281762"/>
                  </a:lnTo>
                  <a:lnTo>
                    <a:pt x="1539849" y="239395"/>
                  </a:lnTo>
                  <a:lnTo>
                    <a:pt x="1540725" y="223342"/>
                  </a:lnTo>
                  <a:lnTo>
                    <a:pt x="1549387" y="171919"/>
                  </a:lnTo>
                  <a:lnTo>
                    <a:pt x="1568831" y="103276"/>
                  </a:lnTo>
                  <a:lnTo>
                    <a:pt x="1578813" y="72821"/>
                  </a:lnTo>
                  <a:lnTo>
                    <a:pt x="1583359" y="58991"/>
                  </a:lnTo>
                  <a:lnTo>
                    <a:pt x="1585836" y="50406"/>
                  </a:lnTo>
                  <a:lnTo>
                    <a:pt x="1586395" y="50406"/>
                  </a:lnTo>
                  <a:lnTo>
                    <a:pt x="1595640" y="47358"/>
                  </a:lnTo>
                  <a:lnTo>
                    <a:pt x="1603070" y="41071"/>
                  </a:lnTo>
                  <a:lnTo>
                    <a:pt x="1607680" y="32092"/>
                  </a:lnTo>
                  <a:lnTo>
                    <a:pt x="1608391" y="22555"/>
                  </a:lnTo>
                  <a:lnTo>
                    <a:pt x="1608429" y="22034"/>
                  </a:lnTo>
                  <a:lnTo>
                    <a:pt x="1605381" y="12788"/>
                  </a:lnTo>
                  <a:lnTo>
                    <a:pt x="1599095" y="5359"/>
                  </a:lnTo>
                  <a:lnTo>
                    <a:pt x="1590116" y="749"/>
                  </a:lnTo>
                  <a:lnTo>
                    <a:pt x="1580057" y="0"/>
                  </a:lnTo>
                  <a:lnTo>
                    <a:pt x="1570812" y="3048"/>
                  </a:lnTo>
                  <a:lnTo>
                    <a:pt x="1563382" y="9334"/>
                  </a:lnTo>
                  <a:lnTo>
                    <a:pt x="1558785" y="18313"/>
                  </a:lnTo>
                  <a:lnTo>
                    <a:pt x="1558061" y="27851"/>
                  </a:lnTo>
                  <a:lnTo>
                    <a:pt x="1558023" y="28371"/>
                  </a:lnTo>
                  <a:lnTo>
                    <a:pt x="1561071" y="37617"/>
                  </a:lnTo>
                  <a:lnTo>
                    <a:pt x="1567434" y="45135"/>
                  </a:lnTo>
                  <a:lnTo>
                    <a:pt x="1568665" y="41224"/>
                  </a:lnTo>
                  <a:lnTo>
                    <a:pt x="1567535" y="45135"/>
                  </a:lnTo>
                  <a:lnTo>
                    <a:pt x="1565059" y="53695"/>
                  </a:lnTo>
                  <a:lnTo>
                    <a:pt x="1555851" y="81584"/>
                  </a:lnTo>
                  <a:lnTo>
                    <a:pt x="1550708" y="97383"/>
                  </a:lnTo>
                  <a:lnTo>
                    <a:pt x="1530959" y="167093"/>
                  </a:lnTo>
                  <a:lnTo>
                    <a:pt x="1521815" y="221081"/>
                  </a:lnTo>
                  <a:lnTo>
                    <a:pt x="1520825" y="238328"/>
                  </a:lnTo>
                  <a:lnTo>
                    <a:pt x="1521167" y="254495"/>
                  </a:lnTo>
                  <a:lnTo>
                    <a:pt x="1532255" y="301904"/>
                  </a:lnTo>
                  <a:lnTo>
                    <a:pt x="1565960" y="363613"/>
                  </a:lnTo>
                  <a:lnTo>
                    <a:pt x="1583118" y="387210"/>
                  </a:lnTo>
                  <a:lnTo>
                    <a:pt x="1570266" y="397065"/>
                  </a:lnTo>
                  <a:lnTo>
                    <a:pt x="1667700" y="482396"/>
                  </a:lnTo>
                  <a:close/>
                </a:path>
                <a:path w="4709795" h="482600">
                  <a:moveTo>
                    <a:pt x="3188525" y="482396"/>
                  </a:moveTo>
                  <a:lnTo>
                    <a:pt x="3146704" y="397294"/>
                  </a:lnTo>
                  <a:lnTo>
                    <a:pt x="3131413" y="366153"/>
                  </a:lnTo>
                  <a:lnTo>
                    <a:pt x="3119056" y="375627"/>
                  </a:lnTo>
                  <a:lnTo>
                    <a:pt x="3084919" y="324294"/>
                  </a:lnTo>
                  <a:lnTo>
                    <a:pt x="3066148" y="281762"/>
                  </a:lnTo>
                  <a:lnTo>
                    <a:pt x="3060674" y="239395"/>
                  </a:lnTo>
                  <a:lnTo>
                    <a:pt x="3061551" y="223342"/>
                  </a:lnTo>
                  <a:lnTo>
                    <a:pt x="3070212" y="171919"/>
                  </a:lnTo>
                  <a:lnTo>
                    <a:pt x="3089656" y="103276"/>
                  </a:lnTo>
                  <a:lnTo>
                    <a:pt x="3099638" y="72821"/>
                  </a:lnTo>
                  <a:lnTo>
                    <a:pt x="3104184" y="58991"/>
                  </a:lnTo>
                  <a:lnTo>
                    <a:pt x="3106674" y="50406"/>
                  </a:lnTo>
                  <a:lnTo>
                    <a:pt x="3107220" y="50406"/>
                  </a:lnTo>
                  <a:lnTo>
                    <a:pt x="3116465" y="47358"/>
                  </a:lnTo>
                  <a:lnTo>
                    <a:pt x="3123895" y="41071"/>
                  </a:lnTo>
                  <a:lnTo>
                    <a:pt x="3128505" y="32092"/>
                  </a:lnTo>
                  <a:lnTo>
                    <a:pt x="3129216" y="22555"/>
                  </a:lnTo>
                  <a:lnTo>
                    <a:pt x="3129254" y="22034"/>
                  </a:lnTo>
                  <a:lnTo>
                    <a:pt x="3126206" y="12788"/>
                  </a:lnTo>
                  <a:lnTo>
                    <a:pt x="3119920" y="5359"/>
                  </a:lnTo>
                  <a:lnTo>
                    <a:pt x="3110941" y="749"/>
                  </a:lnTo>
                  <a:lnTo>
                    <a:pt x="3100882" y="0"/>
                  </a:lnTo>
                  <a:lnTo>
                    <a:pt x="3091637" y="3048"/>
                  </a:lnTo>
                  <a:lnTo>
                    <a:pt x="3084207" y="9334"/>
                  </a:lnTo>
                  <a:lnTo>
                    <a:pt x="3079610" y="18313"/>
                  </a:lnTo>
                  <a:lnTo>
                    <a:pt x="3078886" y="27851"/>
                  </a:lnTo>
                  <a:lnTo>
                    <a:pt x="3078848" y="28371"/>
                  </a:lnTo>
                  <a:lnTo>
                    <a:pt x="3081896" y="37617"/>
                  </a:lnTo>
                  <a:lnTo>
                    <a:pt x="3088259" y="45135"/>
                  </a:lnTo>
                  <a:lnTo>
                    <a:pt x="3089491" y="41224"/>
                  </a:lnTo>
                  <a:lnTo>
                    <a:pt x="3088360" y="45135"/>
                  </a:lnTo>
                  <a:lnTo>
                    <a:pt x="3085884" y="53695"/>
                  </a:lnTo>
                  <a:lnTo>
                    <a:pt x="3076676" y="81584"/>
                  </a:lnTo>
                  <a:lnTo>
                    <a:pt x="3071533" y="97383"/>
                  </a:lnTo>
                  <a:lnTo>
                    <a:pt x="3051784" y="167093"/>
                  </a:lnTo>
                  <a:lnTo>
                    <a:pt x="3042640" y="221081"/>
                  </a:lnTo>
                  <a:lnTo>
                    <a:pt x="3041650" y="238328"/>
                  </a:lnTo>
                  <a:lnTo>
                    <a:pt x="3041993" y="254495"/>
                  </a:lnTo>
                  <a:lnTo>
                    <a:pt x="3053080" y="301904"/>
                  </a:lnTo>
                  <a:lnTo>
                    <a:pt x="3086785" y="363613"/>
                  </a:lnTo>
                  <a:lnTo>
                    <a:pt x="3103943" y="387210"/>
                  </a:lnTo>
                  <a:lnTo>
                    <a:pt x="3091091" y="397065"/>
                  </a:lnTo>
                  <a:lnTo>
                    <a:pt x="3188525" y="482396"/>
                  </a:lnTo>
                  <a:close/>
                </a:path>
                <a:path w="4709795" h="482600">
                  <a:moveTo>
                    <a:pt x="4709350" y="482396"/>
                  </a:moveTo>
                  <a:lnTo>
                    <a:pt x="4667529" y="397294"/>
                  </a:lnTo>
                  <a:lnTo>
                    <a:pt x="4652238" y="366153"/>
                  </a:lnTo>
                  <a:lnTo>
                    <a:pt x="4639881" y="375627"/>
                  </a:lnTo>
                  <a:lnTo>
                    <a:pt x="4605744" y="324294"/>
                  </a:lnTo>
                  <a:lnTo>
                    <a:pt x="4586973" y="281762"/>
                  </a:lnTo>
                  <a:lnTo>
                    <a:pt x="4581499" y="239395"/>
                  </a:lnTo>
                  <a:lnTo>
                    <a:pt x="4582376" y="223342"/>
                  </a:lnTo>
                  <a:lnTo>
                    <a:pt x="4591037" y="171919"/>
                  </a:lnTo>
                  <a:lnTo>
                    <a:pt x="4610481" y="103276"/>
                  </a:lnTo>
                  <a:lnTo>
                    <a:pt x="4620463" y="72821"/>
                  </a:lnTo>
                  <a:lnTo>
                    <a:pt x="4625010" y="58991"/>
                  </a:lnTo>
                  <a:lnTo>
                    <a:pt x="4627499" y="50406"/>
                  </a:lnTo>
                  <a:lnTo>
                    <a:pt x="4628045" y="50406"/>
                  </a:lnTo>
                  <a:lnTo>
                    <a:pt x="4637290" y="47358"/>
                  </a:lnTo>
                  <a:lnTo>
                    <a:pt x="4644720" y="41071"/>
                  </a:lnTo>
                  <a:lnTo>
                    <a:pt x="4649330" y="32092"/>
                  </a:lnTo>
                  <a:lnTo>
                    <a:pt x="4650041" y="22555"/>
                  </a:lnTo>
                  <a:lnTo>
                    <a:pt x="4650079" y="22034"/>
                  </a:lnTo>
                  <a:lnTo>
                    <a:pt x="4647031" y="12788"/>
                  </a:lnTo>
                  <a:lnTo>
                    <a:pt x="4640745" y="5359"/>
                  </a:lnTo>
                  <a:lnTo>
                    <a:pt x="4631766" y="749"/>
                  </a:lnTo>
                  <a:lnTo>
                    <a:pt x="4621708" y="0"/>
                  </a:lnTo>
                  <a:lnTo>
                    <a:pt x="4612462" y="3048"/>
                  </a:lnTo>
                  <a:lnTo>
                    <a:pt x="4605032" y="9334"/>
                  </a:lnTo>
                  <a:lnTo>
                    <a:pt x="4600435" y="18313"/>
                  </a:lnTo>
                  <a:lnTo>
                    <a:pt x="4599711" y="27851"/>
                  </a:lnTo>
                  <a:lnTo>
                    <a:pt x="4599673" y="28371"/>
                  </a:lnTo>
                  <a:lnTo>
                    <a:pt x="4602721" y="37617"/>
                  </a:lnTo>
                  <a:lnTo>
                    <a:pt x="4609084" y="45135"/>
                  </a:lnTo>
                  <a:lnTo>
                    <a:pt x="4610316" y="41224"/>
                  </a:lnTo>
                  <a:lnTo>
                    <a:pt x="4609185" y="45135"/>
                  </a:lnTo>
                  <a:lnTo>
                    <a:pt x="4606709" y="53695"/>
                  </a:lnTo>
                  <a:lnTo>
                    <a:pt x="4597501" y="81584"/>
                  </a:lnTo>
                  <a:lnTo>
                    <a:pt x="4592358" y="97383"/>
                  </a:lnTo>
                  <a:lnTo>
                    <a:pt x="4572609" y="167093"/>
                  </a:lnTo>
                  <a:lnTo>
                    <a:pt x="4563465" y="221081"/>
                  </a:lnTo>
                  <a:lnTo>
                    <a:pt x="4562475" y="238328"/>
                  </a:lnTo>
                  <a:lnTo>
                    <a:pt x="4562818" y="254495"/>
                  </a:lnTo>
                  <a:lnTo>
                    <a:pt x="4573905" y="301904"/>
                  </a:lnTo>
                  <a:lnTo>
                    <a:pt x="4607611" y="363613"/>
                  </a:lnTo>
                  <a:lnTo>
                    <a:pt x="4624768" y="387210"/>
                  </a:lnTo>
                  <a:lnTo>
                    <a:pt x="4611916" y="397065"/>
                  </a:lnTo>
                  <a:lnTo>
                    <a:pt x="4709350" y="482396"/>
                  </a:lnTo>
                  <a:close/>
                </a:path>
              </a:pathLst>
            </a:custGeom>
            <a:solidFill>
              <a:srgbClr val="BE2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2296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2296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2192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219200" y="22859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46187" y="2276500"/>
              <a:ext cx="7061200" cy="311150"/>
            </a:xfrm>
            <a:custGeom>
              <a:avLst/>
              <a:gdLst/>
              <a:ahLst/>
              <a:cxnLst/>
              <a:rect l="l" t="t" r="r" b="b"/>
              <a:pathLst>
                <a:path w="7061200" h="311150">
                  <a:moveTo>
                    <a:pt x="787412" y="149199"/>
                  </a:moveTo>
                  <a:lnTo>
                    <a:pt x="733602" y="110210"/>
                  </a:lnTo>
                  <a:lnTo>
                    <a:pt x="682536" y="73190"/>
                  </a:lnTo>
                  <a:lnTo>
                    <a:pt x="675970" y="87541"/>
                  </a:lnTo>
                  <a:lnTo>
                    <a:pt x="616051" y="59855"/>
                  </a:lnTo>
                  <a:lnTo>
                    <a:pt x="561873" y="37236"/>
                  </a:lnTo>
                  <a:lnTo>
                    <a:pt x="509574" y="19011"/>
                  </a:lnTo>
                  <a:lnTo>
                    <a:pt x="452755" y="4902"/>
                  </a:lnTo>
                  <a:lnTo>
                    <a:pt x="401142" y="0"/>
                  </a:lnTo>
                  <a:lnTo>
                    <a:pt x="375805" y="1384"/>
                  </a:lnTo>
                  <a:lnTo>
                    <a:pt x="322491" y="11176"/>
                  </a:lnTo>
                  <a:lnTo>
                    <a:pt x="267233" y="28143"/>
                  </a:lnTo>
                  <a:lnTo>
                    <a:pt x="185127" y="61582"/>
                  </a:lnTo>
                  <a:lnTo>
                    <a:pt x="133985" y="85598"/>
                  </a:lnTo>
                  <a:lnTo>
                    <a:pt x="68110" y="118033"/>
                  </a:lnTo>
                  <a:lnTo>
                    <a:pt x="50393" y="126542"/>
                  </a:lnTo>
                  <a:lnTo>
                    <a:pt x="43256" y="129603"/>
                  </a:lnTo>
                  <a:lnTo>
                    <a:pt x="43103" y="129387"/>
                  </a:lnTo>
                  <a:lnTo>
                    <a:pt x="34950" y="124079"/>
                  </a:lnTo>
                  <a:lnTo>
                    <a:pt x="101" y="147129"/>
                  </a:lnTo>
                  <a:lnTo>
                    <a:pt x="0" y="147637"/>
                  </a:lnTo>
                  <a:lnTo>
                    <a:pt x="25425" y="173024"/>
                  </a:lnTo>
                  <a:lnTo>
                    <a:pt x="35306" y="171005"/>
                  </a:lnTo>
                  <a:lnTo>
                    <a:pt x="43637" y="165315"/>
                  </a:lnTo>
                  <a:lnTo>
                    <a:pt x="48945" y="157162"/>
                  </a:lnTo>
                  <a:lnTo>
                    <a:pt x="49098" y="156375"/>
                  </a:lnTo>
                  <a:lnTo>
                    <a:pt x="50812" y="147637"/>
                  </a:lnTo>
                  <a:lnTo>
                    <a:pt x="50711" y="147129"/>
                  </a:lnTo>
                  <a:lnTo>
                    <a:pt x="57886" y="144056"/>
                  </a:lnTo>
                  <a:lnTo>
                    <a:pt x="76352" y="135204"/>
                  </a:lnTo>
                  <a:lnTo>
                    <a:pt x="142367" y="102704"/>
                  </a:lnTo>
                  <a:lnTo>
                    <a:pt x="193103" y="78879"/>
                  </a:lnTo>
                  <a:lnTo>
                    <a:pt x="246837" y="56108"/>
                  </a:lnTo>
                  <a:lnTo>
                    <a:pt x="300990" y="36995"/>
                  </a:lnTo>
                  <a:lnTo>
                    <a:pt x="353593" y="23825"/>
                  </a:lnTo>
                  <a:lnTo>
                    <a:pt x="378294" y="20269"/>
                  </a:lnTo>
                  <a:lnTo>
                    <a:pt x="377875" y="20269"/>
                  </a:lnTo>
                  <a:lnTo>
                    <a:pt x="402158" y="19011"/>
                  </a:lnTo>
                  <a:lnTo>
                    <a:pt x="425538" y="20269"/>
                  </a:lnTo>
                  <a:lnTo>
                    <a:pt x="450545" y="23825"/>
                  </a:lnTo>
                  <a:lnTo>
                    <a:pt x="450392" y="23825"/>
                  </a:lnTo>
                  <a:lnTo>
                    <a:pt x="475602" y="29260"/>
                  </a:lnTo>
                  <a:lnTo>
                    <a:pt x="528447" y="45212"/>
                  </a:lnTo>
                  <a:lnTo>
                    <a:pt x="608711" y="77431"/>
                  </a:lnTo>
                  <a:lnTo>
                    <a:pt x="668032" y="104863"/>
                  </a:lnTo>
                  <a:lnTo>
                    <a:pt x="661377" y="119380"/>
                  </a:lnTo>
                  <a:lnTo>
                    <a:pt x="787412" y="149199"/>
                  </a:lnTo>
                  <a:close/>
                </a:path>
                <a:path w="7061200" h="311150">
                  <a:moveTo>
                    <a:pt x="965200" y="163512"/>
                  </a:moveTo>
                  <a:lnTo>
                    <a:pt x="939787" y="138087"/>
                  </a:lnTo>
                  <a:lnTo>
                    <a:pt x="929906" y="140106"/>
                  </a:lnTo>
                  <a:lnTo>
                    <a:pt x="921575" y="145796"/>
                  </a:lnTo>
                  <a:lnTo>
                    <a:pt x="916266" y="153949"/>
                  </a:lnTo>
                  <a:lnTo>
                    <a:pt x="914400" y="163512"/>
                  </a:lnTo>
                  <a:lnTo>
                    <a:pt x="914501" y="163982"/>
                  </a:lnTo>
                  <a:lnTo>
                    <a:pt x="907326" y="167055"/>
                  </a:lnTo>
                  <a:lnTo>
                    <a:pt x="888860" y="175907"/>
                  </a:lnTo>
                  <a:lnTo>
                    <a:pt x="822845" y="208407"/>
                  </a:lnTo>
                  <a:lnTo>
                    <a:pt x="797979" y="220306"/>
                  </a:lnTo>
                  <a:lnTo>
                    <a:pt x="718388" y="254990"/>
                  </a:lnTo>
                  <a:lnTo>
                    <a:pt x="664222" y="274116"/>
                  </a:lnTo>
                  <a:lnTo>
                    <a:pt x="611327" y="287337"/>
                  </a:lnTo>
                  <a:lnTo>
                    <a:pt x="611174" y="287337"/>
                  </a:lnTo>
                  <a:lnTo>
                    <a:pt x="586676" y="290868"/>
                  </a:lnTo>
                  <a:lnTo>
                    <a:pt x="563054" y="292100"/>
                  </a:lnTo>
                  <a:lnTo>
                    <a:pt x="540308" y="290868"/>
                  </a:lnTo>
                  <a:lnTo>
                    <a:pt x="539915" y="290868"/>
                  </a:lnTo>
                  <a:lnTo>
                    <a:pt x="489610" y="281851"/>
                  </a:lnTo>
                  <a:lnTo>
                    <a:pt x="436765" y="265899"/>
                  </a:lnTo>
                  <a:lnTo>
                    <a:pt x="356501" y="233680"/>
                  </a:lnTo>
                  <a:lnTo>
                    <a:pt x="297180" y="206248"/>
                  </a:lnTo>
                  <a:lnTo>
                    <a:pt x="299631" y="200901"/>
                  </a:lnTo>
                  <a:lnTo>
                    <a:pt x="303834" y="191731"/>
                  </a:lnTo>
                  <a:lnTo>
                    <a:pt x="177812" y="161899"/>
                  </a:lnTo>
                  <a:lnTo>
                    <a:pt x="282676" y="237921"/>
                  </a:lnTo>
                  <a:lnTo>
                    <a:pt x="289242" y="223570"/>
                  </a:lnTo>
                  <a:lnTo>
                    <a:pt x="349161" y="251256"/>
                  </a:lnTo>
                  <a:lnTo>
                    <a:pt x="403339" y="273875"/>
                  </a:lnTo>
                  <a:lnTo>
                    <a:pt x="458343" y="292976"/>
                  </a:lnTo>
                  <a:lnTo>
                    <a:pt x="512457" y="306209"/>
                  </a:lnTo>
                  <a:lnTo>
                    <a:pt x="564083" y="311111"/>
                  </a:lnTo>
                  <a:lnTo>
                    <a:pt x="589407" y="309727"/>
                  </a:lnTo>
                  <a:lnTo>
                    <a:pt x="642721" y="299935"/>
                  </a:lnTo>
                  <a:lnTo>
                    <a:pt x="697979" y="282968"/>
                  </a:lnTo>
                  <a:lnTo>
                    <a:pt x="780084" y="249529"/>
                  </a:lnTo>
                  <a:lnTo>
                    <a:pt x="831227" y="225513"/>
                  </a:lnTo>
                  <a:lnTo>
                    <a:pt x="897102" y="193078"/>
                  </a:lnTo>
                  <a:lnTo>
                    <a:pt x="914831" y="184569"/>
                  </a:lnTo>
                  <a:lnTo>
                    <a:pt x="921956" y="181508"/>
                  </a:lnTo>
                  <a:lnTo>
                    <a:pt x="922108" y="181724"/>
                  </a:lnTo>
                  <a:lnTo>
                    <a:pt x="930262" y="187032"/>
                  </a:lnTo>
                  <a:lnTo>
                    <a:pt x="965111" y="163982"/>
                  </a:lnTo>
                  <a:lnTo>
                    <a:pt x="965200" y="163512"/>
                  </a:lnTo>
                  <a:close/>
                </a:path>
                <a:path w="7061200" h="311150">
                  <a:moveTo>
                    <a:pt x="6883413" y="149199"/>
                  </a:moveTo>
                  <a:lnTo>
                    <a:pt x="6829603" y="110210"/>
                  </a:lnTo>
                  <a:lnTo>
                    <a:pt x="6778536" y="73190"/>
                  </a:lnTo>
                  <a:lnTo>
                    <a:pt x="6771970" y="87541"/>
                  </a:lnTo>
                  <a:lnTo>
                    <a:pt x="6712051" y="59855"/>
                  </a:lnTo>
                  <a:lnTo>
                    <a:pt x="6657873" y="37236"/>
                  </a:lnTo>
                  <a:lnTo>
                    <a:pt x="6605575" y="19011"/>
                  </a:lnTo>
                  <a:lnTo>
                    <a:pt x="6548755" y="4902"/>
                  </a:lnTo>
                  <a:lnTo>
                    <a:pt x="6497142" y="0"/>
                  </a:lnTo>
                  <a:lnTo>
                    <a:pt x="6471806" y="1384"/>
                  </a:lnTo>
                  <a:lnTo>
                    <a:pt x="6418491" y="11176"/>
                  </a:lnTo>
                  <a:lnTo>
                    <a:pt x="6363233" y="28143"/>
                  </a:lnTo>
                  <a:lnTo>
                    <a:pt x="6281128" y="61582"/>
                  </a:lnTo>
                  <a:lnTo>
                    <a:pt x="6229985" y="85598"/>
                  </a:lnTo>
                  <a:lnTo>
                    <a:pt x="6164110" y="118033"/>
                  </a:lnTo>
                  <a:lnTo>
                    <a:pt x="6146393" y="126542"/>
                  </a:lnTo>
                  <a:lnTo>
                    <a:pt x="6139256" y="129603"/>
                  </a:lnTo>
                  <a:lnTo>
                    <a:pt x="6139104" y="129387"/>
                  </a:lnTo>
                  <a:lnTo>
                    <a:pt x="6130950" y="124079"/>
                  </a:lnTo>
                  <a:lnTo>
                    <a:pt x="6096101" y="147129"/>
                  </a:lnTo>
                  <a:lnTo>
                    <a:pt x="6096000" y="147637"/>
                  </a:lnTo>
                  <a:lnTo>
                    <a:pt x="6121425" y="173024"/>
                  </a:lnTo>
                  <a:lnTo>
                    <a:pt x="6131306" y="171005"/>
                  </a:lnTo>
                  <a:lnTo>
                    <a:pt x="6139637" y="165315"/>
                  </a:lnTo>
                  <a:lnTo>
                    <a:pt x="6144946" y="157162"/>
                  </a:lnTo>
                  <a:lnTo>
                    <a:pt x="6145098" y="156375"/>
                  </a:lnTo>
                  <a:lnTo>
                    <a:pt x="6146800" y="147637"/>
                  </a:lnTo>
                  <a:lnTo>
                    <a:pt x="6146711" y="147129"/>
                  </a:lnTo>
                  <a:lnTo>
                    <a:pt x="6153886" y="144056"/>
                  </a:lnTo>
                  <a:lnTo>
                    <a:pt x="6172352" y="135204"/>
                  </a:lnTo>
                  <a:lnTo>
                    <a:pt x="6238367" y="102704"/>
                  </a:lnTo>
                  <a:lnTo>
                    <a:pt x="6289103" y="78879"/>
                  </a:lnTo>
                  <a:lnTo>
                    <a:pt x="6342837" y="56108"/>
                  </a:lnTo>
                  <a:lnTo>
                    <a:pt x="6396990" y="36995"/>
                  </a:lnTo>
                  <a:lnTo>
                    <a:pt x="6449593" y="23825"/>
                  </a:lnTo>
                  <a:lnTo>
                    <a:pt x="6474295" y="20269"/>
                  </a:lnTo>
                  <a:lnTo>
                    <a:pt x="6473876" y="20269"/>
                  </a:lnTo>
                  <a:lnTo>
                    <a:pt x="6498158" y="19011"/>
                  </a:lnTo>
                  <a:lnTo>
                    <a:pt x="6521539" y="20269"/>
                  </a:lnTo>
                  <a:lnTo>
                    <a:pt x="6546545" y="23825"/>
                  </a:lnTo>
                  <a:lnTo>
                    <a:pt x="6546393" y="23825"/>
                  </a:lnTo>
                  <a:lnTo>
                    <a:pt x="6571602" y="29260"/>
                  </a:lnTo>
                  <a:lnTo>
                    <a:pt x="6624447" y="45212"/>
                  </a:lnTo>
                  <a:lnTo>
                    <a:pt x="6704711" y="77431"/>
                  </a:lnTo>
                  <a:lnTo>
                    <a:pt x="6764020" y="104863"/>
                  </a:lnTo>
                  <a:lnTo>
                    <a:pt x="6757378" y="119380"/>
                  </a:lnTo>
                  <a:lnTo>
                    <a:pt x="6883413" y="149199"/>
                  </a:lnTo>
                  <a:close/>
                </a:path>
                <a:path w="7061200" h="311150">
                  <a:moveTo>
                    <a:pt x="7061200" y="163512"/>
                  </a:moveTo>
                  <a:lnTo>
                    <a:pt x="7035787" y="138087"/>
                  </a:lnTo>
                  <a:lnTo>
                    <a:pt x="7025907" y="140106"/>
                  </a:lnTo>
                  <a:lnTo>
                    <a:pt x="7017575" y="145796"/>
                  </a:lnTo>
                  <a:lnTo>
                    <a:pt x="7012267" y="153949"/>
                  </a:lnTo>
                  <a:lnTo>
                    <a:pt x="7010400" y="163512"/>
                  </a:lnTo>
                  <a:lnTo>
                    <a:pt x="7010489" y="163982"/>
                  </a:lnTo>
                  <a:lnTo>
                    <a:pt x="7003326" y="167055"/>
                  </a:lnTo>
                  <a:lnTo>
                    <a:pt x="6984860" y="175907"/>
                  </a:lnTo>
                  <a:lnTo>
                    <a:pt x="6918846" y="208407"/>
                  </a:lnTo>
                  <a:lnTo>
                    <a:pt x="6893979" y="220306"/>
                  </a:lnTo>
                  <a:lnTo>
                    <a:pt x="6814388" y="254990"/>
                  </a:lnTo>
                  <a:lnTo>
                    <a:pt x="6760223" y="274116"/>
                  </a:lnTo>
                  <a:lnTo>
                    <a:pt x="6707327" y="287337"/>
                  </a:lnTo>
                  <a:lnTo>
                    <a:pt x="6707175" y="287337"/>
                  </a:lnTo>
                  <a:lnTo>
                    <a:pt x="6682676" y="290868"/>
                  </a:lnTo>
                  <a:lnTo>
                    <a:pt x="6659054" y="292100"/>
                  </a:lnTo>
                  <a:lnTo>
                    <a:pt x="6636309" y="290868"/>
                  </a:lnTo>
                  <a:lnTo>
                    <a:pt x="6635915" y="290868"/>
                  </a:lnTo>
                  <a:lnTo>
                    <a:pt x="6585610" y="281851"/>
                  </a:lnTo>
                  <a:lnTo>
                    <a:pt x="6532766" y="265899"/>
                  </a:lnTo>
                  <a:lnTo>
                    <a:pt x="6452502" y="233680"/>
                  </a:lnTo>
                  <a:lnTo>
                    <a:pt x="6393180" y="206248"/>
                  </a:lnTo>
                  <a:lnTo>
                    <a:pt x="6395631" y="200901"/>
                  </a:lnTo>
                  <a:lnTo>
                    <a:pt x="6399835" y="191731"/>
                  </a:lnTo>
                  <a:lnTo>
                    <a:pt x="6273812" y="161899"/>
                  </a:lnTo>
                  <a:lnTo>
                    <a:pt x="6378676" y="237921"/>
                  </a:lnTo>
                  <a:lnTo>
                    <a:pt x="6385242" y="223570"/>
                  </a:lnTo>
                  <a:lnTo>
                    <a:pt x="6445161" y="251256"/>
                  </a:lnTo>
                  <a:lnTo>
                    <a:pt x="6499339" y="273875"/>
                  </a:lnTo>
                  <a:lnTo>
                    <a:pt x="6554343" y="292976"/>
                  </a:lnTo>
                  <a:lnTo>
                    <a:pt x="6608458" y="306209"/>
                  </a:lnTo>
                  <a:lnTo>
                    <a:pt x="6660083" y="311111"/>
                  </a:lnTo>
                  <a:lnTo>
                    <a:pt x="6685407" y="309727"/>
                  </a:lnTo>
                  <a:lnTo>
                    <a:pt x="6738721" y="299935"/>
                  </a:lnTo>
                  <a:lnTo>
                    <a:pt x="6793979" y="282968"/>
                  </a:lnTo>
                  <a:lnTo>
                    <a:pt x="6876085" y="249529"/>
                  </a:lnTo>
                  <a:lnTo>
                    <a:pt x="6927228" y="225513"/>
                  </a:lnTo>
                  <a:lnTo>
                    <a:pt x="6993102" y="193078"/>
                  </a:lnTo>
                  <a:lnTo>
                    <a:pt x="7010832" y="184569"/>
                  </a:lnTo>
                  <a:lnTo>
                    <a:pt x="7017956" y="181508"/>
                  </a:lnTo>
                  <a:lnTo>
                    <a:pt x="7018109" y="181724"/>
                  </a:lnTo>
                  <a:lnTo>
                    <a:pt x="7026262" y="187032"/>
                  </a:lnTo>
                  <a:lnTo>
                    <a:pt x="7061111" y="163982"/>
                  </a:lnTo>
                  <a:lnTo>
                    <a:pt x="7061200" y="163512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270376" y="2700020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BE2D00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795962" y="2700020"/>
            <a:ext cx="2051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BE2D00"/>
                </a:solidFill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318376" y="2700020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BE2D00"/>
                </a:solidFill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830468" y="2700020"/>
            <a:ext cx="232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BE2D00"/>
                </a:solidFill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364739" y="1556003"/>
            <a:ext cx="6412230" cy="621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105"/>
              </a:lnSpc>
              <a:spcBef>
                <a:spcPts val="100"/>
              </a:spcBef>
              <a:buSzPct val="60000"/>
              <a:buFont typeface="Arial"/>
              <a:buChar char="□"/>
              <a:tabLst>
                <a:tab pos="354965" algn="l"/>
              </a:tabLst>
            </a:pP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Remove</a:t>
            </a:r>
            <a:r>
              <a:rPr sz="20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node,</a:t>
            </a:r>
            <a:r>
              <a:rPr sz="2000" spc="-3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p,</a:t>
            </a:r>
            <a:r>
              <a:rPr sz="20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from</a:t>
            </a:r>
            <a:r>
              <a:rPr sz="20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a</a:t>
            </a:r>
            <a:r>
              <a:rPr sz="2000" spc="-25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doubly</a:t>
            </a:r>
            <a:r>
              <a:rPr sz="2000" spc="-2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C"/>
                </a:solidFill>
                <a:latin typeface="Tahoma"/>
                <a:cs typeface="Tahoma"/>
              </a:rPr>
              <a:t>linked</a:t>
            </a:r>
            <a:r>
              <a:rPr sz="2000" spc="-30" dirty="0">
                <a:solidFill>
                  <a:srgbClr val="40458C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0458C"/>
                </a:solidFill>
                <a:latin typeface="Tahoma"/>
                <a:cs typeface="Tahoma"/>
              </a:rPr>
              <a:t>list.</a:t>
            </a:r>
            <a:endParaRPr sz="2000">
              <a:latin typeface="Tahoma"/>
              <a:cs typeface="Tahoma"/>
            </a:endParaRPr>
          </a:p>
          <a:p>
            <a:pPr marL="6230620">
              <a:lnSpc>
                <a:spcPts val="2585"/>
              </a:lnSpc>
            </a:pPr>
            <a:r>
              <a:rPr sz="2400" spc="-50" dirty="0">
                <a:solidFill>
                  <a:srgbClr val="40458C"/>
                </a:solidFill>
                <a:latin typeface="Tahoma"/>
                <a:cs typeface="Tahoma"/>
              </a:rPr>
              <a:t>p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733675" y="3340878"/>
            <a:ext cx="7334250" cy="1874520"/>
            <a:chOff x="1209675" y="3340878"/>
            <a:chExt cx="7334250" cy="1874520"/>
          </a:xfrm>
        </p:grpSpPr>
        <p:sp>
          <p:nvSpPr>
            <p:cNvPr id="46" name="object 46"/>
            <p:cNvSpPr/>
            <p:nvPr/>
          </p:nvSpPr>
          <p:spPr>
            <a:xfrm>
              <a:off x="6286500" y="3910012"/>
              <a:ext cx="1752600" cy="1295400"/>
            </a:xfrm>
            <a:custGeom>
              <a:avLst/>
              <a:gdLst/>
              <a:ahLst/>
              <a:cxnLst/>
              <a:rect l="l" t="t" r="r" b="b"/>
              <a:pathLst>
                <a:path w="1752600" h="1295400">
                  <a:moveTo>
                    <a:pt x="1362295" y="0"/>
                  </a:moveTo>
                  <a:lnTo>
                    <a:pt x="390304" y="0"/>
                  </a:lnTo>
                  <a:lnTo>
                    <a:pt x="341345" y="3041"/>
                  </a:lnTo>
                  <a:lnTo>
                    <a:pt x="294201" y="11920"/>
                  </a:lnTo>
                  <a:lnTo>
                    <a:pt x="249237" y="26271"/>
                  </a:lnTo>
                  <a:lnTo>
                    <a:pt x="206820" y="45730"/>
                  </a:lnTo>
                  <a:lnTo>
                    <a:pt x="167315" y="69929"/>
                  </a:lnTo>
                  <a:lnTo>
                    <a:pt x="131087" y="98504"/>
                  </a:lnTo>
                  <a:lnTo>
                    <a:pt x="98504" y="131088"/>
                  </a:lnTo>
                  <a:lnTo>
                    <a:pt x="69929" y="167315"/>
                  </a:lnTo>
                  <a:lnTo>
                    <a:pt x="45730" y="206820"/>
                  </a:lnTo>
                  <a:lnTo>
                    <a:pt x="26271" y="249238"/>
                  </a:lnTo>
                  <a:lnTo>
                    <a:pt x="11920" y="294201"/>
                  </a:lnTo>
                  <a:lnTo>
                    <a:pt x="3041" y="341346"/>
                  </a:lnTo>
                  <a:lnTo>
                    <a:pt x="0" y="390305"/>
                  </a:lnTo>
                  <a:lnTo>
                    <a:pt x="0" y="905095"/>
                  </a:lnTo>
                  <a:lnTo>
                    <a:pt x="3041" y="954054"/>
                  </a:lnTo>
                  <a:lnTo>
                    <a:pt x="11920" y="1001198"/>
                  </a:lnTo>
                  <a:lnTo>
                    <a:pt x="26271" y="1046162"/>
                  </a:lnTo>
                  <a:lnTo>
                    <a:pt x="45730" y="1088579"/>
                  </a:lnTo>
                  <a:lnTo>
                    <a:pt x="69929" y="1128084"/>
                  </a:lnTo>
                  <a:lnTo>
                    <a:pt x="98504" y="1164312"/>
                  </a:lnTo>
                  <a:lnTo>
                    <a:pt x="131087" y="1196895"/>
                  </a:lnTo>
                  <a:lnTo>
                    <a:pt x="167315" y="1225470"/>
                  </a:lnTo>
                  <a:lnTo>
                    <a:pt x="206820" y="1249669"/>
                  </a:lnTo>
                  <a:lnTo>
                    <a:pt x="249237" y="1269128"/>
                  </a:lnTo>
                  <a:lnTo>
                    <a:pt x="294201" y="1283479"/>
                  </a:lnTo>
                  <a:lnTo>
                    <a:pt x="341345" y="1292358"/>
                  </a:lnTo>
                  <a:lnTo>
                    <a:pt x="390304" y="1295400"/>
                  </a:lnTo>
                  <a:lnTo>
                    <a:pt x="1362295" y="1295400"/>
                  </a:lnTo>
                  <a:lnTo>
                    <a:pt x="1411254" y="1292358"/>
                  </a:lnTo>
                  <a:lnTo>
                    <a:pt x="1458398" y="1283479"/>
                  </a:lnTo>
                  <a:lnTo>
                    <a:pt x="1503362" y="1269128"/>
                  </a:lnTo>
                  <a:lnTo>
                    <a:pt x="1545779" y="1249669"/>
                  </a:lnTo>
                  <a:lnTo>
                    <a:pt x="1585284" y="1225470"/>
                  </a:lnTo>
                  <a:lnTo>
                    <a:pt x="1621512" y="1196895"/>
                  </a:lnTo>
                  <a:lnTo>
                    <a:pt x="1654095" y="1164312"/>
                  </a:lnTo>
                  <a:lnTo>
                    <a:pt x="1682670" y="1128084"/>
                  </a:lnTo>
                  <a:lnTo>
                    <a:pt x="1706869" y="1088579"/>
                  </a:lnTo>
                  <a:lnTo>
                    <a:pt x="1726328" y="1046162"/>
                  </a:lnTo>
                  <a:lnTo>
                    <a:pt x="1740679" y="1001198"/>
                  </a:lnTo>
                  <a:lnTo>
                    <a:pt x="1749558" y="954054"/>
                  </a:lnTo>
                  <a:lnTo>
                    <a:pt x="1752600" y="905095"/>
                  </a:lnTo>
                  <a:lnTo>
                    <a:pt x="1752600" y="390305"/>
                  </a:lnTo>
                  <a:lnTo>
                    <a:pt x="1749558" y="341346"/>
                  </a:lnTo>
                  <a:lnTo>
                    <a:pt x="1740679" y="294201"/>
                  </a:lnTo>
                  <a:lnTo>
                    <a:pt x="1726328" y="249238"/>
                  </a:lnTo>
                  <a:lnTo>
                    <a:pt x="1706869" y="206820"/>
                  </a:lnTo>
                  <a:lnTo>
                    <a:pt x="1682670" y="167315"/>
                  </a:lnTo>
                  <a:lnTo>
                    <a:pt x="1654095" y="131088"/>
                  </a:lnTo>
                  <a:lnTo>
                    <a:pt x="1621512" y="98504"/>
                  </a:lnTo>
                  <a:lnTo>
                    <a:pt x="1585284" y="69929"/>
                  </a:lnTo>
                  <a:lnTo>
                    <a:pt x="1545779" y="45730"/>
                  </a:lnTo>
                  <a:lnTo>
                    <a:pt x="1503362" y="26271"/>
                  </a:lnTo>
                  <a:lnTo>
                    <a:pt x="1458398" y="11920"/>
                  </a:lnTo>
                  <a:lnTo>
                    <a:pt x="1411254" y="3041"/>
                  </a:lnTo>
                  <a:lnTo>
                    <a:pt x="1362295" y="0"/>
                  </a:lnTo>
                  <a:close/>
                </a:path>
              </a:pathLst>
            </a:custGeom>
            <a:solidFill>
              <a:srgbClr val="ECF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276975" y="3900396"/>
              <a:ext cx="1771650" cy="1315085"/>
            </a:xfrm>
            <a:custGeom>
              <a:avLst/>
              <a:gdLst/>
              <a:ahLst/>
              <a:cxnLst/>
              <a:rect l="l" t="t" r="r" b="b"/>
              <a:pathLst>
                <a:path w="1771650" h="1315085">
                  <a:moveTo>
                    <a:pt x="14785" y="886118"/>
                  </a:moveTo>
                  <a:lnTo>
                    <a:pt x="4264" y="886118"/>
                  </a:lnTo>
                  <a:lnTo>
                    <a:pt x="0" y="890381"/>
                  </a:lnTo>
                  <a:lnTo>
                    <a:pt x="0" y="900922"/>
                  </a:lnTo>
                  <a:lnTo>
                    <a:pt x="4264" y="905187"/>
                  </a:lnTo>
                  <a:lnTo>
                    <a:pt x="14785" y="905187"/>
                  </a:lnTo>
                  <a:lnTo>
                    <a:pt x="19050" y="900922"/>
                  </a:lnTo>
                  <a:lnTo>
                    <a:pt x="19050" y="890381"/>
                  </a:lnTo>
                  <a:lnTo>
                    <a:pt x="14785" y="886118"/>
                  </a:lnTo>
                  <a:close/>
                </a:path>
                <a:path w="1771650" h="1315085">
                  <a:moveTo>
                    <a:pt x="14785" y="847999"/>
                  </a:moveTo>
                  <a:lnTo>
                    <a:pt x="4264" y="847999"/>
                  </a:lnTo>
                  <a:lnTo>
                    <a:pt x="0" y="852262"/>
                  </a:lnTo>
                  <a:lnTo>
                    <a:pt x="0" y="862803"/>
                  </a:lnTo>
                  <a:lnTo>
                    <a:pt x="4264" y="867068"/>
                  </a:lnTo>
                  <a:lnTo>
                    <a:pt x="14785" y="867068"/>
                  </a:lnTo>
                  <a:lnTo>
                    <a:pt x="19050" y="862803"/>
                  </a:lnTo>
                  <a:lnTo>
                    <a:pt x="19050" y="852262"/>
                  </a:lnTo>
                  <a:lnTo>
                    <a:pt x="14785" y="847999"/>
                  </a:lnTo>
                  <a:close/>
                </a:path>
                <a:path w="1771650" h="1315085">
                  <a:moveTo>
                    <a:pt x="14785" y="809880"/>
                  </a:moveTo>
                  <a:lnTo>
                    <a:pt x="4264" y="809880"/>
                  </a:lnTo>
                  <a:lnTo>
                    <a:pt x="0" y="814143"/>
                  </a:lnTo>
                  <a:lnTo>
                    <a:pt x="0" y="824684"/>
                  </a:lnTo>
                  <a:lnTo>
                    <a:pt x="4264" y="828949"/>
                  </a:lnTo>
                  <a:lnTo>
                    <a:pt x="14785" y="828949"/>
                  </a:lnTo>
                  <a:lnTo>
                    <a:pt x="19050" y="824684"/>
                  </a:lnTo>
                  <a:lnTo>
                    <a:pt x="19050" y="814143"/>
                  </a:lnTo>
                  <a:lnTo>
                    <a:pt x="14785" y="809880"/>
                  </a:lnTo>
                  <a:close/>
                </a:path>
                <a:path w="1771650" h="1315085">
                  <a:moveTo>
                    <a:pt x="14785" y="771761"/>
                  </a:moveTo>
                  <a:lnTo>
                    <a:pt x="4264" y="771761"/>
                  </a:lnTo>
                  <a:lnTo>
                    <a:pt x="0" y="776024"/>
                  </a:lnTo>
                  <a:lnTo>
                    <a:pt x="0" y="786565"/>
                  </a:lnTo>
                  <a:lnTo>
                    <a:pt x="4264" y="790830"/>
                  </a:lnTo>
                  <a:lnTo>
                    <a:pt x="14785" y="790830"/>
                  </a:lnTo>
                  <a:lnTo>
                    <a:pt x="19050" y="786565"/>
                  </a:lnTo>
                  <a:lnTo>
                    <a:pt x="19050" y="776024"/>
                  </a:lnTo>
                  <a:lnTo>
                    <a:pt x="14785" y="771761"/>
                  </a:lnTo>
                  <a:close/>
                </a:path>
                <a:path w="1771650" h="1315085">
                  <a:moveTo>
                    <a:pt x="14785" y="733642"/>
                  </a:moveTo>
                  <a:lnTo>
                    <a:pt x="4264" y="733642"/>
                  </a:lnTo>
                  <a:lnTo>
                    <a:pt x="0" y="737905"/>
                  </a:lnTo>
                  <a:lnTo>
                    <a:pt x="0" y="748446"/>
                  </a:lnTo>
                  <a:lnTo>
                    <a:pt x="4264" y="752711"/>
                  </a:lnTo>
                  <a:lnTo>
                    <a:pt x="14785" y="752711"/>
                  </a:lnTo>
                  <a:lnTo>
                    <a:pt x="19050" y="748446"/>
                  </a:lnTo>
                  <a:lnTo>
                    <a:pt x="19050" y="737905"/>
                  </a:lnTo>
                  <a:lnTo>
                    <a:pt x="14785" y="733642"/>
                  </a:lnTo>
                  <a:close/>
                </a:path>
                <a:path w="1771650" h="1315085">
                  <a:moveTo>
                    <a:pt x="14785" y="695523"/>
                  </a:moveTo>
                  <a:lnTo>
                    <a:pt x="4264" y="695523"/>
                  </a:lnTo>
                  <a:lnTo>
                    <a:pt x="0" y="699786"/>
                  </a:lnTo>
                  <a:lnTo>
                    <a:pt x="0" y="710327"/>
                  </a:lnTo>
                  <a:lnTo>
                    <a:pt x="4264" y="714592"/>
                  </a:lnTo>
                  <a:lnTo>
                    <a:pt x="14785" y="714592"/>
                  </a:lnTo>
                  <a:lnTo>
                    <a:pt x="19050" y="710327"/>
                  </a:lnTo>
                  <a:lnTo>
                    <a:pt x="19050" y="699786"/>
                  </a:lnTo>
                  <a:lnTo>
                    <a:pt x="14785" y="695523"/>
                  </a:lnTo>
                  <a:close/>
                </a:path>
                <a:path w="1771650" h="1315085">
                  <a:moveTo>
                    <a:pt x="14785" y="657404"/>
                  </a:moveTo>
                  <a:lnTo>
                    <a:pt x="4264" y="657404"/>
                  </a:lnTo>
                  <a:lnTo>
                    <a:pt x="0" y="661667"/>
                  </a:lnTo>
                  <a:lnTo>
                    <a:pt x="0" y="672208"/>
                  </a:lnTo>
                  <a:lnTo>
                    <a:pt x="4264" y="676473"/>
                  </a:lnTo>
                  <a:lnTo>
                    <a:pt x="14785" y="676473"/>
                  </a:lnTo>
                  <a:lnTo>
                    <a:pt x="19050" y="672208"/>
                  </a:lnTo>
                  <a:lnTo>
                    <a:pt x="19050" y="661667"/>
                  </a:lnTo>
                  <a:lnTo>
                    <a:pt x="14785" y="657404"/>
                  </a:lnTo>
                  <a:close/>
                </a:path>
                <a:path w="1771650" h="1315085">
                  <a:moveTo>
                    <a:pt x="14785" y="619285"/>
                  </a:moveTo>
                  <a:lnTo>
                    <a:pt x="4264" y="619285"/>
                  </a:lnTo>
                  <a:lnTo>
                    <a:pt x="0" y="623548"/>
                  </a:lnTo>
                  <a:lnTo>
                    <a:pt x="0" y="634089"/>
                  </a:lnTo>
                  <a:lnTo>
                    <a:pt x="4264" y="638354"/>
                  </a:lnTo>
                  <a:lnTo>
                    <a:pt x="14785" y="638354"/>
                  </a:lnTo>
                  <a:lnTo>
                    <a:pt x="19050" y="634089"/>
                  </a:lnTo>
                  <a:lnTo>
                    <a:pt x="19050" y="623548"/>
                  </a:lnTo>
                  <a:lnTo>
                    <a:pt x="14785" y="619285"/>
                  </a:lnTo>
                  <a:close/>
                </a:path>
                <a:path w="1771650" h="1315085">
                  <a:moveTo>
                    <a:pt x="14785" y="581165"/>
                  </a:moveTo>
                  <a:lnTo>
                    <a:pt x="4264" y="581165"/>
                  </a:lnTo>
                  <a:lnTo>
                    <a:pt x="0" y="585429"/>
                  </a:lnTo>
                  <a:lnTo>
                    <a:pt x="0" y="595970"/>
                  </a:lnTo>
                  <a:lnTo>
                    <a:pt x="4264" y="600235"/>
                  </a:lnTo>
                  <a:lnTo>
                    <a:pt x="14785" y="600235"/>
                  </a:lnTo>
                  <a:lnTo>
                    <a:pt x="19050" y="595970"/>
                  </a:lnTo>
                  <a:lnTo>
                    <a:pt x="19050" y="585429"/>
                  </a:lnTo>
                  <a:lnTo>
                    <a:pt x="14785" y="581165"/>
                  </a:lnTo>
                  <a:close/>
                </a:path>
                <a:path w="1771650" h="1315085">
                  <a:moveTo>
                    <a:pt x="14785" y="543046"/>
                  </a:moveTo>
                  <a:lnTo>
                    <a:pt x="4264" y="543046"/>
                  </a:lnTo>
                  <a:lnTo>
                    <a:pt x="0" y="547310"/>
                  </a:lnTo>
                  <a:lnTo>
                    <a:pt x="0" y="557851"/>
                  </a:lnTo>
                  <a:lnTo>
                    <a:pt x="4264" y="562115"/>
                  </a:lnTo>
                  <a:lnTo>
                    <a:pt x="14785" y="562115"/>
                  </a:lnTo>
                  <a:lnTo>
                    <a:pt x="19050" y="557851"/>
                  </a:lnTo>
                  <a:lnTo>
                    <a:pt x="19050" y="547310"/>
                  </a:lnTo>
                  <a:lnTo>
                    <a:pt x="14785" y="543046"/>
                  </a:lnTo>
                  <a:close/>
                </a:path>
                <a:path w="1771650" h="1315085">
                  <a:moveTo>
                    <a:pt x="14785" y="504927"/>
                  </a:moveTo>
                  <a:lnTo>
                    <a:pt x="4264" y="504927"/>
                  </a:lnTo>
                  <a:lnTo>
                    <a:pt x="0" y="509191"/>
                  </a:lnTo>
                  <a:lnTo>
                    <a:pt x="0" y="519732"/>
                  </a:lnTo>
                  <a:lnTo>
                    <a:pt x="4264" y="523996"/>
                  </a:lnTo>
                  <a:lnTo>
                    <a:pt x="14785" y="523996"/>
                  </a:lnTo>
                  <a:lnTo>
                    <a:pt x="19050" y="519732"/>
                  </a:lnTo>
                  <a:lnTo>
                    <a:pt x="19050" y="509191"/>
                  </a:lnTo>
                  <a:lnTo>
                    <a:pt x="14785" y="504927"/>
                  </a:lnTo>
                  <a:close/>
                </a:path>
                <a:path w="1771650" h="1315085">
                  <a:moveTo>
                    <a:pt x="14785" y="466808"/>
                  </a:moveTo>
                  <a:lnTo>
                    <a:pt x="4264" y="466808"/>
                  </a:lnTo>
                  <a:lnTo>
                    <a:pt x="0" y="471072"/>
                  </a:lnTo>
                  <a:lnTo>
                    <a:pt x="0" y="481613"/>
                  </a:lnTo>
                  <a:lnTo>
                    <a:pt x="4264" y="485877"/>
                  </a:lnTo>
                  <a:lnTo>
                    <a:pt x="14785" y="485877"/>
                  </a:lnTo>
                  <a:lnTo>
                    <a:pt x="19050" y="481613"/>
                  </a:lnTo>
                  <a:lnTo>
                    <a:pt x="19050" y="471072"/>
                  </a:lnTo>
                  <a:lnTo>
                    <a:pt x="14785" y="466808"/>
                  </a:lnTo>
                  <a:close/>
                </a:path>
                <a:path w="1771650" h="1315085">
                  <a:moveTo>
                    <a:pt x="14785" y="428689"/>
                  </a:moveTo>
                  <a:lnTo>
                    <a:pt x="4264" y="428689"/>
                  </a:lnTo>
                  <a:lnTo>
                    <a:pt x="0" y="432953"/>
                  </a:lnTo>
                  <a:lnTo>
                    <a:pt x="0" y="443494"/>
                  </a:lnTo>
                  <a:lnTo>
                    <a:pt x="4264" y="447758"/>
                  </a:lnTo>
                  <a:lnTo>
                    <a:pt x="14785" y="447758"/>
                  </a:lnTo>
                  <a:lnTo>
                    <a:pt x="19050" y="443494"/>
                  </a:lnTo>
                  <a:lnTo>
                    <a:pt x="19050" y="432953"/>
                  </a:lnTo>
                  <a:lnTo>
                    <a:pt x="14785" y="428689"/>
                  </a:lnTo>
                  <a:close/>
                </a:path>
                <a:path w="1771650" h="1315085">
                  <a:moveTo>
                    <a:pt x="14785" y="390570"/>
                  </a:moveTo>
                  <a:lnTo>
                    <a:pt x="4264" y="390570"/>
                  </a:lnTo>
                  <a:lnTo>
                    <a:pt x="0" y="394834"/>
                  </a:lnTo>
                  <a:lnTo>
                    <a:pt x="0" y="405375"/>
                  </a:lnTo>
                  <a:lnTo>
                    <a:pt x="4264" y="409639"/>
                  </a:lnTo>
                  <a:lnTo>
                    <a:pt x="14785" y="409639"/>
                  </a:lnTo>
                  <a:lnTo>
                    <a:pt x="19050" y="405375"/>
                  </a:lnTo>
                  <a:lnTo>
                    <a:pt x="19050" y="394834"/>
                  </a:lnTo>
                  <a:lnTo>
                    <a:pt x="14785" y="390570"/>
                  </a:lnTo>
                  <a:close/>
                </a:path>
                <a:path w="1771650" h="1315085">
                  <a:moveTo>
                    <a:pt x="6664" y="352245"/>
                  </a:moveTo>
                  <a:lnTo>
                    <a:pt x="2190" y="356290"/>
                  </a:lnTo>
                  <a:lnTo>
                    <a:pt x="1659" y="366816"/>
                  </a:lnTo>
                  <a:lnTo>
                    <a:pt x="5703" y="371290"/>
                  </a:lnTo>
                  <a:lnTo>
                    <a:pt x="16211" y="371821"/>
                  </a:lnTo>
                  <a:lnTo>
                    <a:pt x="20685" y="367778"/>
                  </a:lnTo>
                  <a:lnTo>
                    <a:pt x="21216" y="357251"/>
                  </a:lnTo>
                  <a:lnTo>
                    <a:pt x="17172" y="352776"/>
                  </a:lnTo>
                  <a:lnTo>
                    <a:pt x="6664" y="352245"/>
                  </a:lnTo>
                  <a:close/>
                </a:path>
                <a:path w="1771650" h="1315085">
                  <a:moveTo>
                    <a:pt x="13223" y="314111"/>
                  </a:moveTo>
                  <a:lnTo>
                    <a:pt x="8364" y="317684"/>
                  </a:lnTo>
                  <a:lnTo>
                    <a:pt x="6775" y="328104"/>
                  </a:lnTo>
                  <a:lnTo>
                    <a:pt x="10347" y="332963"/>
                  </a:lnTo>
                  <a:lnTo>
                    <a:pt x="20749" y="334549"/>
                  </a:lnTo>
                  <a:lnTo>
                    <a:pt x="25607" y="330975"/>
                  </a:lnTo>
                  <a:lnTo>
                    <a:pt x="27197" y="320556"/>
                  </a:lnTo>
                  <a:lnTo>
                    <a:pt x="23624" y="315697"/>
                  </a:lnTo>
                  <a:lnTo>
                    <a:pt x="13223" y="314111"/>
                  </a:lnTo>
                  <a:close/>
                </a:path>
                <a:path w="1771650" h="1315085">
                  <a:moveTo>
                    <a:pt x="23455" y="276805"/>
                  </a:moveTo>
                  <a:lnTo>
                    <a:pt x="18262" y="279872"/>
                  </a:lnTo>
                  <a:lnTo>
                    <a:pt x="15636" y="290080"/>
                  </a:lnTo>
                  <a:lnTo>
                    <a:pt x="18703" y="295272"/>
                  </a:lnTo>
                  <a:lnTo>
                    <a:pt x="28892" y="297895"/>
                  </a:lnTo>
                  <a:lnTo>
                    <a:pt x="34085" y="294827"/>
                  </a:lnTo>
                  <a:lnTo>
                    <a:pt x="36617" y="284985"/>
                  </a:lnTo>
                  <a:lnTo>
                    <a:pt x="36711" y="284619"/>
                  </a:lnTo>
                  <a:lnTo>
                    <a:pt x="33644" y="279427"/>
                  </a:lnTo>
                  <a:lnTo>
                    <a:pt x="23455" y="276805"/>
                  </a:lnTo>
                  <a:close/>
                </a:path>
                <a:path w="1771650" h="1315085">
                  <a:moveTo>
                    <a:pt x="37270" y="240685"/>
                  </a:moveTo>
                  <a:lnTo>
                    <a:pt x="31800" y="243225"/>
                  </a:lnTo>
                  <a:lnTo>
                    <a:pt x="28178" y="253123"/>
                  </a:lnTo>
                  <a:lnTo>
                    <a:pt x="30717" y="258593"/>
                  </a:lnTo>
                  <a:lnTo>
                    <a:pt x="40598" y="262209"/>
                  </a:lnTo>
                  <a:lnTo>
                    <a:pt x="46067" y="259669"/>
                  </a:lnTo>
                  <a:lnTo>
                    <a:pt x="49690" y="249772"/>
                  </a:lnTo>
                  <a:lnTo>
                    <a:pt x="47151" y="244301"/>
                  </a:lnTo>
                  <a:lnTo>
                    <a:pt x="37270" y="240685"/>
                  </a:lnTo>
                  <a:close/>
                </a:path>
                <a:path w="1771650" h="1315085">
                  <a:moveTo>
                    <a:pt x="54545" y="206091"/>
                  </a:moveTo>
                  <a:lnTo>
                    <a:pt x="48851" y="208083"/>
                  </a:lnTo>
                  <a:lnTo>
                    <a:pt x="44277" y="217578"/>
                  </a:lnTo>
                  <a:lnTo>
                    <a:pt x="46268" y="223271"/>
                  </a:lnTo>
                  <a:lnTo>
                    <a:pt x="55746" y="227837"/>
                  </a:lnTo>
                  <a:lnTo>
                    <a:pt x="61440" y="225846"/>
                  </a:lnTo>
                  <a:lnTo>
                    <a:pt x="66014" y="216352"/>
                  </a:lnTo>
                  <a:lnTo>
                    <a:pt x="64023" y="210658"/>
                  </a:lnTo>
                  <a:lnTo>
                    <a:pt x="54545" y="206091"/>
                  </a:lnTo>
                  <a:close/>
                </a:path>
                <a:path w="1771650" h="1315085">
                  <a:moveTo>
                    <a:pt x="75100" y="173348"/>
                  </a:moveTo>
                  <a:lnTo>
                    <a:pt x="69241" y="174778"/>
                  </a:lnTo>
                  <a:lnTo>
                    <a:pt x="63769" y="183786"/>
                  </a:lnTo>
                  <a:lnTo>
                    <a:pt x="65199" y="189645"/>
                  </a:lnTo>
                  <a:lnTo>
                    <a:pt x="74190" y="195108"/>
                  </a:lnTo>
                  <a:lnTo>
                    <a:pt x="80050" y="193677"/>
                  </a:lnTo>
                  <a:lnTo>
                    <a:pt x="85523" y="184669"/>
                  </a:lnTo>
                  <a:lnTo>
                    <a:pt x="84209" y="179290"/>
                  </a:lnTo>
                  <a:lnTo>
                    <a:pt x="84091" y="178810"/>
                  </a:lnTo>
                  <a:lnTo>
                    <a:pt x="75100" y="173348"/>
                  </a:lnTo>
                  <a:close/>
                </a:path>
                <a:path w="1771650" h="1315085">
                  <a:moveTo>
                    <a:pt x="98736" y="142755"/>
                  </a:moveTo>
                  <a:lnTo>
                    <a:pt x="92767" y="143616"/>
                  </a:lnTo>
                  <a:lnTo>
                    <a:pt x="86453" y="152057"/>
                  </a:lnTo>
                  <a:lnTo>
                    <a:pt x="87315" y="158026"/>
                  </a:lnTo>
                  <a:lnTo>
                    <a:pt x="95740" y="164327"/>
                  </a:lnTo>
                  <a:lnTo>
                    <a:pt x="101709" y="163466"/>
                  </a:lnTo>
                  <a:lnTo>
                    <a:pt x="108022" y="155026"/>
                  </a:lnTo>
                  <a:lnTo>
                    <a:pt x="107161" y="149057"/>
                  </a:lnTo>
                  <a:lnTo>
                    <a:pt x="98736" y="142755"/>
                  </a:lnTo>
                  <a:close/>
                </a:path>
                <a:path w="1771650" h="1315085">
                  <a:moveTo>
                    <a:pt x="125223" y="114594"/>
                  </a:moveTo>
                  <a:lnTo>
                    <a:pt x="119199" y="114881"/>
                  </a:lnTo>
                  <a:lnTo>
                    <a:pt x="112109" y="122680"/>
                  </a:lnTo>
                  <a:lnTo>
                    <a:pt x="112348" y="127695"/>
                  </a:lnTo>
                  <a:lnTo>
                    <a:pt x="112396" y="128705"/>
                  </a:lnTo>
                  <a:lnTo>
                    <a:pt x="120181" y="135782"/>
                  </a:lnTo>
                  <a:lnTo>
                    <a:pt x="126204" y="135495"/>
                  </a:lnTo>
                  <a:lnTo>
                    <a:pt x="133295" y="127695"/>
                  </a:lnTo>
                  <a:lnTo>
                    <a:pt x="133056" y="122680"/>
                  </a:lnTo>
                  <a:lnTo>
                    <a:pt x="133008" y="121672"/>
                  </a:lnTo>
                  <a:lnTo>
                    <a:pt x="125223" y="114594"/>
                  </a:lnTo>
                  <a:close/>
                </a:path>
                <a:path w="1771650" h="1315085">
                  <a:moveTo>
                    <a:pt x="148289" y="88842"/>
                  </a:moveTo>
                  <a:lnTo>
                    <a:pt x="140489" y="95933"/>
                  </a:lnTo>
                  <a:lnTo>
                    <a:pt x="140202" y="101956"/>
                  </a:lnTo>
                  <a:lnTo>
                    <a:pt x="147280" y="109741"/>
                  </a:lnTo>
                  <a:lnTo>
                    <a:pt x="153304" y="110028"/>
                  </a:lnTo>
                  <a:lnTo>
                    <a:pt x="161103" y="102939"/>
                  </a:lnTo>
                  <a:lnTo>
                    <a:pt x="161390" y="96914"/>
                  </a:lnTo>
                  <a:lnTo>
                    <a:pt x="154313" y="89129"/>
                  </a:lnTo>
                  <a:lnTo>
                    <a:pt x="148289" y="88842"/>
                  </a:lnTo>
                  <a:close/>
                </a:path>
                <a:path w="1771650" h="1315085">
                  <a:moveTo>
                    <a:pt x="179777" y="65747"/>
                  </a:moveTo>
                  <a:lnTo>
                    <a:pt x="171336" y="72061"/>
                  </a:lnTo>
                  <a:lnTo>
                    <a:pt x="170475" y="78030"/>
                  </a:lnTo>
                  <a:lnTo>
                    <a:pt x="176777" y="86455"/>
                  </a:lnTo>
                  <a:lnTo>
                    <a:pt x="182746" y="87316"/>
                  </a:lnTo>
                  <a:lnTo>
                    <a:pt x="191187" y="81003"/>
                  </a:lnTo>
                  <a:lnTo>
                    <a:pt x="192048" y="75034"/>
                  </a:lnTo>
                  <a:lnTo>
                    <a:pt x="185746" y="66608"/>
                  </a:lnTo>
                  <a:lnTo>
                    <a:pt x="179777" y="65747"/>
                  </a:lnTo>
                  <a:close/>
                </a:path>
                <a:path w="1771650" h="1315085">
                  <a:moveTo>
                    <a:pt x="214430" y="45840"/>
                  </a:moveTo>
                  <a:lnTo>
                    <a:pt x="204936" y="50417"/>
                  </a:lnTo>
                  <a:lnTo>
                    <a:pt x="202946" y="56109"/>
                  </a:lnTo>
                  <a:lnTo>
                    <a:pt x="207514" y="65587"/>
                  </a:lnTo>
                  <a:lnTo>
                    <a:pt x="213207" y="67577"/>
                  </a:lnTo>
                  <a:lnTo>
                    <a:pt x="222702" y="63000"/>
                  </a:lnTo>
                  <a:lnTo>
                    <a:pt x="224692" y="57307"/>
                  </a:lnTo>
                  <a:lnTo>
                    <a:pt x="220122" y="47830"/>
                  </a:lnTo>
                  <a:lnTo>
                    <a:pt x="214430" y="45840"/>
                  </a:lnTo>
                  <a:close/>
                </a:path>
                <a:path w="1771650" h="1315085">
                  <a:moveTo>
                    <a:pt x="249847" y="29434"/>
                  </a:moveTo>
                  <a:lnTo>
                    <a:pt x="239948" y="33056"/>
                  </a:lnTo>
                  <a:lnTo>
                    <a:pt x="237409" y="38527"/>
                  </a:lnTo>
                  <a:lnTo>
                    <a:pt x="241025" y="48408"/>
                  </a:lnTo>
                  <a:lnTo>
                    <a:pt x="246495" y="50947"/>
                  </a:lnTo>
                  <a:lnTo>
                    <a:pt x="256393" y="47325"/>
                  </a:lnTo>
                  <a:lnTo>
                    <a:pt x="258932" y="41855"/>
                  </a:lnTo>
                  <a:lnTo>
                    <a:pt x="255316" y="31974"/>
                  </a:lnTo>
                  <a:lnTo>
                    <a:pt x="249847" y="29434"/>
                  </a:lnTo>
                  <a:close/>
                </a:path>
                <a:path w="1771650" h="1315085">
                  <a:moveTo>
                    <a:pt x="286705" y="16572"/>
                  </a:moveTo>
                  <a:lnTo>
                    <a:pt x="276496" y="19198"/>
                  </a:lnTo>
                  <a:lnTo>
                    <a:pt x="273429" y="24391"/>
                  </a:lnTo>
                  <a:lnTo>
                    <a:pt x="276052" y="34580"/>
                  </a:lnTo>
                  <a:lnTo>
                    <a:pt x="281244" y="37647"/>
                  </a:lnTo>
                  <a:lnTo>
                    <a:pt x="291452" y="35021"/>
                  </a:lnTo>
                  <a:lnTo>
                    <a:pt x="294519" y="29828"/>
                  </a:lnTo>
                  <a:lnTo>
                    <a:pt x="291898" y="19639"/>
                  </a:lnTo>
                  <a:lnTo>
                    <a:pt x="286705" y="16572"/>
                  </a:lnTo>
                  <a:close/>
                </a:path>
                <a:path w="1771650" h="1315085">
                  <a:moveTo>
                    <a:pt x="323622" y="7080"/>
                  </a:moveTo>
                  <a:lnTo>
                    <a:pt x="313415" y="9706"/>
                  </a:lnTo>
                  <a:lnTo>
                    <a:pt x="310348" y="14898"/>
                  </a:lnTo>
                  <a:lnTo>
                    <a:pt x="312969" y="25087"/>
                  </a:lnTo>
                  <a:lnTo>
                    <a:pt x="318162" y="28154"/>
                  </a:lnTo>
                  <a:lnTo>
                    <a:pt x="328369" y="25528"/>
                  </a:lnTo>
                  <a:lnTo>
                    <a:pt x="331436" y="20336"/>
                  </a:lnTo>
                  <a:lnTo>
                    <a:pt x="328815" y="10147"/>
                  </a:lnTo>
                  <a:lnTo>
                    <a:pt x="323622" y="7080"/>
                  </a:lnTo>
                  <a:close/>
                </a:path>
                <a:path w="1771650" h="1315085">
                  <a:moveTo>
                    <a:pt x="362343" y="1628"/>
                  </a:moveTo>
                  <a:lnTo>
                    <a:pt x="351923" y="3216"/>
                  </a:lnTo>
                  <a:lnTo>
                    <a:pt x="348350" y="8075"/>
                  </a:lnTo>
                  <a:lnTo>
                    <a:pt x="349937" y="18475"/>
                  </a:lnTo>
                  <a:lnTo>
                    <a:pt x="354796" y="22048"/>
                  </a:lnTo>
                  <a:lnTo>
                    <a:pt x="365215" y="20459"/>
                  </a:lnTo>
                  <a:lnTo>
                    <a:pt x="368788" y="15600"/>
                  </a:lnTo>
                  <a:lnTo>
                    <a:pt x="367202" y="5200"/>
                  </a:lnTo>
                  <a:lnTo>
                    <a:pt x="362343" y="1628"/>
                  </a:lnTo>
                  <a:close/>
                </a:path>
                <a:path w="1771650" h="1315085">
                  <a:moveTo>
                    <a:pt x="401410" y="0"/>
                  </a:moveTo>
                  <a:lnTo>
                    <a:pt x="390883" y="530"/>
                  </a:lnTo>
                  <a:lnTo>
                    <a:pt x="386838" y="5005"/>
                  </a:lnTo>
                  <a:lnTo>
                    <a:pt x="387320" y="14551"/>
                  </a:lnTo>
                  <a:lnTo>
                    <a:pt x="387369" y="15513"/>
                  </a:lnTo>
                  <a:lnTo>
                    <a:pt x="391843" y="19556"/>
                  </a:lnTo>
                  <a:lnTo>
                    <a:pt x="402370" y="19025"/>
                  </a:lnTo>
                  <a:lnTo>
                    <a:pt x="406413" y="14551"/>
                  </a:lnTo>
                  <a:lnTo>
                    <a:pt x="405931" y="5005"/>
                  </a:lnTo>
                  <a:lnTo>
                    <a:pt x="405883" y="4043"/>
                  </a:lnTo>
                  <a:lnTo>
                    <a:pt x="401410" y="0"/>
                  </a:lnTo>
                  <a:close/>
                </a:path>
                <a:path w="1771650" h="1315085">
                  <a:moveTo>
                    <a:pt x="440011" y="91"/>
                  </a:moveTo>
                  <a:lnTo>
                    <a:pt x="429470" y="91"/>
                  </a:lnTo>
                  <a:lnTo>
                    <a:pt x="425207" y="4356"/>
                  </a:lnTo>
                  <a:lnTo>
                    <a:pt x="425207" y="14876"/>
                  </a:lnTo>
                  <a:lnTo>
                    <a:pt x="429470" y="19141"/>
                  </a:lnTo>
                  <a:lnTo>
                    <a:pt x="440011" y="19141"/>
                  </a:lnTo>
                  <a:lnTo>
                    <a:pt x="444276" y="14876"/>
                  </a:lnTo>
                  <a:lnTo>
                    <a:pt x="444276" y="4356"/>
                  </a:lnTo>
                  <a:lnTo>
                    <a:pt x="440011" y="91"/>
                  </a:lnTo>
                  <a:close/>
                </a:path>
                <a:path w="1771650" h="1315085">
                  <a:moveTo>
                    <a:pt x="478130" y="91"/>
                  </a:moveTo>
                  <a:lnTo>
                    <a:pt x="467589" y="91"/>
                  </a:lnTo>
                  <a:lnTo>
                    <a:pt x="463326" y="4356"/>
                  </a:lnTo>
                  <a:lnTo>
                    <a:pt x="463326" y="14876"/>
                  </a:lnTo>
                  <a:lnTo>
                    <a:pt x="467589" y="19141"/>
                  </a:lnTo>
                  <a:lnTo>
                    <a:pt x="478130" y="19141"/>
                  </a:lnTo>
                  <a:lnTo>
                    <a:pt x="482395" y="14876"/>
                  </a:lnTo>
                  <a:lnTo>
                    <a:pt x="482395" y="4356"/>
                  </a:lnTo>
                  <a:lnTo>
                    <a:pt x="478130" y="91"/>
                  </a:lnTo>
                  <a:close/>
                </a:path>
                <a:path w="1771650" h="1315085">
                  <a:moveTo>
                    <a:pt x="516249" y="91"/>
                  </a:moveTo>
                  <a:lnTo>
                    <a:pt x="505708" y="91"/>
                  </a:lnTo>
                  <a:lnTo>
                    <a:pt x="501445" y="4356"/>
                  </a:lnTo>
                  <a:lnTo>
                    <a:pt x="501445" y="14876"/>
                  </a:lnTo>
                  <a:lnTo>
                    <a:pt x="505708" y="19141"/>
                  </a:lnTo>
                  <a:lnTo>
                    <a:pt x="516249" y="19141"/>
                  </a:lnTo>
                  <a:lnTo>
                    <a:pt x="520514" y="14876"/>
                  </a:lnTo>
                  <a:lnTo>
                    <a:pt x="520514" y="4356"/>
                  </a:lnTo>
                  <a:lnTo>
                    <a:pt x="516249" y="91"/>
                  </a:lnTo>
                  <a:close/>
                </a:path>
                <a:path w="1771650" h="1315085">
                  <a:moveTo>
                    <a:pt x="554368" y="91"/>
                  </a:moveTo>
                  <a:lnTo>
                    <a:pt x="543827" y="91"/>
                  </a:lnTo>
                  <a:lnTo>
                    <a:pt x="539564" y="4356"/>
                  </a:lnTo>
                  <a:lnTo>
                    <a:pt x="539564" y="14876"/>
                  </a:lnTo>
                  <a:lnTo>
                    <a:pt x="543827" y="19141"/>
                  </a:lnTo>
                  <a:lnTo>
                    <a:pt x="554368" y="19141"/>
                  </a:lnTo>
                  <a:lnTo>
                    <a:pt x="558633" y="14876"/>
                  </a:lnTo>
                  <a:lnTo>
                    <a:pt x="558633" y="4356"/>
                  </a:lnTo>
                  <a:lnTo>
                    <a:pt x="554368" y="91"/>
                  </a:lnTo>
                  <a:close/>
                </a:path>
                <a:path w="1771650" h="1315085">
                  <a:moveTo>
                    <a:pt x="592488" y="91"/>
                  </a:moveTo>
                  <a:lnTo>
                    <a:pt x="581947" y="91"/>
                  </a:lnTo>
                  <a:lnTo>
                    <a:pt x="577683" y="4356"/>
                  </a:lnTo>
                  <a:lnTo>
                    <a:pt x="577683" y="14876"/>
                  </a:lnTo>
                  <a:lnTo>
                    <a:pt x="581947" y="19141"/>
                  </a:lnTo>
                  <a:lnTo>
                    <a:pt x="592488" y="19141"/>
                  </a:lnTo>
                  <a:lnTo>
                    <a:pt x="596752" y="14876"/>
                  </a:lnTo>
                  <a:lnTo>
                    <a:pt x="596752" y="4356"/>
                  </a:lnTo>
                  <a:lnTo>
                    <a:pt x="592488" y="91"/>
                  </a:lnTo>
                  <a:close/>
                </a:path>
                <a:path w="1771650" h="1315085">
                  <a:moveTo>
                    <a:pt x="630607" y="91"/>
                  </a:moveTo>
                  <a:lnTo>
                    <a:pt x="620066" y="91"/>
                  </a:lnTo>
                  <a:lnTo>
                    <a:pt x="615802" y="4356"/>
                  </a:lnTo>
                  <a:lnTo>
                    <a:pt x="615802" y="14876"/>
                  </a:lnTo>
                  <a:lnTo>
                    <a:pt x="620066" y="19141"/>
                  </a:lnTo>
                  <a:lnTo>
                    <a:pt x="630607" y="19141"/>
                  </a:lnTo>
                  <a:lnTo>
                    <a:pt x="634871" y="14876"/>
                  </a:lnTo>
                  <a:lnTo>
                    <a:pt x="634871" y="4356"/>
                  </a:lnTo>
                  <a:lnTo>
                    <a:pt x="630607" y="91"/>
                  </a:lnTo>
                  <a:close/>
                </a:path>
                <a:path w="1771650" h="1315085">
                  <a:moveTo>
                    <a:pt x="668726" y="91"/>
                  </a:moveTo>
                  <a:lnTo>
                    <a:pt x="658185" y="91"/>
                  </a:lnTo>
                  <a:lnTo>
                    <a:pt x="653921" y="4356"/>
                  </a:lnTo>
                  <a:lnTo>
                    <a:pt x="653921" y="14876"/>
                  </a:lnTo>
                  <a:lnTo>
                    <a:pt x="658185" y="19141"/>
                  </a:lnTo>
                  <a:lnTo>
                    <a:pt x="668726" y="19141"/>
                  </a:lnTo>
                  <a:lnTo>
                    <a:pt x="672990" y="14876"/>
                  </a:lnTo>
                  <a:lnTo>
                    <a:pt x="672990" y="4356"/>
                  </a:lnTo>
                  <a:lnTo>
                    <a:pt x="668726" y="91"/>
                  </a:lnTo>
                  <a:close/>
                </a:path>
                <a:path w="1771650" h="1315085">
                  <a:moveTo>
                    <a:pt x="706845" y="91"/>
                  </a:moveTo>
                  <a:lnTo>
                    <a:pt x="696304" y="91"/>
                  </a:lnTo>
                  <a:lnTo>
                    <a:pt x="692040" y="4356"/>
                  </a:lnTo>
                  <a:lnTo>
                    <a:pt x="692040" y="14876"/>
                  </a:lnTo>
                  <a:lnTo>
                    <a:pt x="696304" y="19141"/>
                  </a:lnTo>
                  <a:lnTo>
                    <a:pt x="706845" y="19141"/>
                  </a:lnTo>
                  <a:lnTo>
                    <a:pt x="711109" y="14876"/>
                  </a:lnTo>
                  <a:lnTo>
                    <a:pt x="711109" y="4356"/>
                  </a:lnTo>
                  <a:lnTo>
                    <a:pt x="706845" y="91"/>
                  </a:lnTo>
                  <a:close/>
                </a:path>
                <a:path w="1771650" h="1315085">
                  <a:moveTo>
                    <a:pt x="744964" y="91"/>
                  </a:moveTo>
                  <a:lnTo>
                    <a:pt x="734423" y="91"/>
                  </a:lnTo>
                  <a:lnTo>
                    <a:pt x="730159" y="4356"/>
                  </a:lnTo>
                  <a:lnTo>
                    <a:pt x="730159" y="14876"/>
                  </a:lnTo>
                  <a:lnTo>
                    <a:pt x="734423" y="19141"/>
                  </a:lnTo>
                  <a:lnTo>
                    <a:pt x="744964" y="19141"/>
                  </a:lnTo>
                  <a:lnTo>
                    <a:pt x="749228" y="14876"/>
                  </a:lnTo>
                  <a:lnTo>
                    <a:pt x="749228" y="4356"/>
                  </a:lnTo>
                  <a:lnTo>
                    <a:pt x="744964" y="91"/>
                  </a:lnTo>
                  <a:close/>
                </a:path>
                <a:path w="1771650" h="1315085">
                  <a:moveTo>
                    <a:pt x="783083" y="91"/>
                  </a:moveTo>
                  <a:lnTo>
                    <a:pt x="772542" y="91"/>
                  </a:lnTo>
                  <a:lnTo>
                    <a:pt x="768278" y="4356"/>
                  </a:lnTo>
                  <a:lnTo>
                    <a:pt x="768278" y="14876"/>
                  </a:lnTo>
                  <a:lnTo>
                    <a:pt x="772542" y="19141"/>
                  </a:lnTo>
                  <a:lnTo>
                    <a:pt x="783083" y="19141"/>
                  </a:lnTo>
                  <a:lnTo>
                    <a:pt x="787347" y="14876"/>
                  </a:lnTo>
                  <a:lnTo>
                    <a:pt x="787347" y="4356"/>
                  </a:lnTo>
                  <a:lnTo>
                    <a:pt x="783083" y="91"/>
                  </a:lnTo>
                  <a:close/>
                </a:path>
                <a:path w="1771650" h="1315085">
                  <a:moveTo>
                    <a:pt x="821202" y="91"/>
                  </a:moveTo>
                  <a:lnTo>
                    <a:pt x="810662" y="91"/>
                  </a:lnTo>
                  <a:lnTo>
                    <a:pt x="806397" y="4356"/>
                  </a:lnTo>
                  <a:lnTo>
                    <a:pt x="806397" y="14876"/>
                  </a:lnTo>
                  <a:lnTo>
                    <a:pt x="810662" y="19141"/>
                  </a:lnTo>
                  <a:lnTo>
                    <a:pt x="821202" y="19141"/>
                  </a:lnTo>
                  <a:lnTo>
                    <a:pt x="825466" y="14876"/>
                  </a:lnTo>
                  <a:lnTo>
                    <a:pt x="825466" y="4356"/>
                  </a:lnTo>
                  <a:lnTo>
                    <a:pt x="821202" y="91"/>
                  </a:lnTo>
                  <a:close/>
                </a:path>
                <a:path w="1771650" h="1315085">
                  <a:moveTo>
                    <a:pt x="859321" y="91"/>
                  </a:moveTo>
                  <a:lnTo>
                    <a:pt x="848781" y="91"/>
                  </a:lnTo>
                  <a:lnTo>
                    <a:pt x="844516" y="4356"/>
                  </a:lnTo>
                  <a:lnTo>
                    <a:pt x="844516" y="14876"/>
                  </a:lnTo>
                  <a:lnTo>
                    <a:pt x="848781" y="19141"/>
                  </a:lnTo>
                  <a:lnTo>
                    <a:pt x="859321" y="19141"/>
                  </a:lnTo>
                  <a:lnTo>
                    <a:pt x="863586" y="14876"/>
                  </a:lnTo>
                  <a:lnTo>
                    <a:pt x="863586" y="4356"/>
                  </a:lnTo>
                  <a:lnTo>
                    <a:pt x="859321" y="91"/>
                  </a:lnTo>
                  <a:close/>
                </a:path>
                <a:path w="1771650" h="1315085">
                  <a:moveTo>
                    <a:pt x="897440" y="91"/>
                  </a:moveTo>
                  <a:lnTo>
                    <a:pt x="886900" y="91"/>
                  </a:lnTo>
                  <a:lnTo>
                    <a:pt x="882636" y="4356"/>
                  </a:lnTo>
                  <a:lnTo>
                    <a:pt x="882636" y="14876"/>
                  </a:lnTo>
                  <a:lnTo>
                    <a:pt x="886900" y="19141"/>
                  </a:lnTo>
                  <a:lnTo>
                    <a:pt x="897440" y="19141"/>
                  </a:lnTo>
                  <a:lnTo>
                    <a:pt x="901705" y="14876"/>
                  </a:lnTo>
                  <a:lnTo>
                    <a:pt x="901705" y="4356"/>
                  </a:lnTo>
                  <a:lnTo>
                    <a:pt x="897440" y="91"/>
                  </a:lnTo>
                  <a:close/>
                </a:path>
                <a:path w="1771650" h="1315085">
                  <a:moveTo>
                    <a:pt x="935559" y="91"/>
                  </a:moveTo>
                  <a:lnTo>
                    <a:pt x="925019" y="91"/>
                  </a:lnTo>
                  <a:lnTo>
                    <a:pt x="920755" y="4356"/>
                  </a:lnTo>
                  <a:lnTo>
                    <a:pt x="920755" y="14876"/>
                  </a:lnTo>
                  <a:lnTo>
                    <a:pt x="925019" y="19141"/>
                  </a:lnTo>
                  <a:lnTo>
                    <a:pt x="935559" y="19141"/>
                  </a:lnTo>
                  <a:lnTo>
                    <a:pt x="939824" y="14876"/>
                  </a:lnTo>
                  <a:lnTo>
                    <a:pt x="939824" y="4356"/>
                  </a:lnTo>
                  <a:lnTo>
                    <a:pt x="935559" y="91"/>
                  </a:lnTo>
                  <a:close/>
                </a:path>
                <a:path w="1771650" h="1315085">
                  <a:moveTo>
                    <a:pt x="973678" y="91"/>
                  </a:moveTo>
                  <a:lnTo>
                    <a:pt x="963138" y="91"/>
                  </a:lnTo>
                  <a:lnTo>
                    <a:pt x="958874" y="4356"/>
                  </a:lnTo>
                  <a:lnTo>
                    <a:pt x="958874" y="14876"/>
                  </a:lnTo>
                  <a:lnTo>
                    <a:pt x="963138" y="19141"/>
                  </a:lnTo>
                  <a:lnTo>
                    <a:pt x="973678" y="19141"/>
                  </a:lnTo>
                  <a:lnTo>
                    <a:pt x="977943" y="14876"/>
                  </a:lnTo>
                  <a:lnTo>
                    <a:pt x="977943" y="4356"/>
                  </a:lnTo>
                  <a:lnTo>
                    <a:pt x="973678" y="91"/>
                  </a:lnTo>
                  <a:close/>
                </a:path>
                <a:path w="1771650" h="1315085">
                  <a:moveTo>
                    <a:pt x="1011797" y="91"/>
                  </a:moveTo>
                  <a:lnTo>
                    <a:pt x="1001257" y="91"/>
                  </a:lnTo>
                  <a:lnTo>
                    <a:pt x="996993" y="4356"/>
                  </a:lnTo>
                  <a:lnTo>
                    <a:pt x="996993" y="14876"/>
                  </a:lnTo>
                  <a:lnTo>
                    <a:pt x="1001257" y="19141"/>
                  </a:lnTo>
                  <a:lnTo>
                    <a:pt x="1011797" y="19141"/>
                  </a:lnTo>
                  <a:lnTo>
                    <a:pt x="1016062" y="14876"/>
                  </a:lnTo>
                  <a:lnTo>
                    <a:pt x="1016062" y="4356"/>
                  </a:lnTo>
                  <a:lnTo>
                    <a:pt x="1011797" y="91"/>
                  </a:lnTo>
                  <a:close/>
                </a:path>
                <a:path w="1771650" h="1315085">
                  <a:moveTo>
                    <a:pt x="1049916" y="91"/>
                  </a:moveTo>
                  <a:lnTo>
                    <a:pt x="1039376" y="91"/>
                  </a:lnTo>
                  <a:lnTo>
                    <a:pt x="1035112" y="4356"/>
                  </a:lnTo>
                  <a:lnTo>
                    <a:pt x="1035112" y="14876"/>
                  </a:lnTo>
                  <a:lnTo>
                    <a:pt x="1039376" y="19141"/>
                  </a:lnTo>
                  <a:lnTo>
                    <a:pt x="1049916" y="19141"/>
                  </a:lnTo>
                  <a:lnTo>
                    <a:pt x="1054181" y="14876"/>
                  </a:lnTo>
                  <a:lnTo>
                    <a:pt x="1054181" y="4356"/>
                  </a:lnTo>
                  <a:lnTo>
                    <a:pt x="1049916" y="91"/>
                  </a:lnTo>
                  <a:close/>
                </a:path>
                <a:path w="1771650" h="1315085">
                  <a:moveTo>
                    <a:pt x="1088035" y="91"/>
                  </a:moveTo>
                  <a:lnTo>
                    <a:pt x="1077495" y="91"/>
                  </a:lnTo>
                  <a:lnTo>
                    <a:pt x="1073231" y="4356"/>
                  </a:lnTo>
                  <a:lnTo>
                    <a:pt x="1073231" y="14876"/>
                  </a:lnTo>
                  <a:lnTo>
                    <a:pt x="1077495" y="19141"/>
                  </a:lnTo>
                  <a:lnTo>
                    <a:pt x="1088035" y="19141"/>
                  </a:lnTo>
                  <a:lnTo>
                    <a:pt x="1092300" y="14876"/>
                  </a:lnTo>
                  <a:lnTo>
                    <a:pt x="1092300" y="4356"/>
                  </a:lnTo>
                  <a:lnTo>
                    <a:pt x="1088035" y="91"/>
                  </a:lnTo>
                  <a:close/>
                </a:path>
                <a:path w="1771650" h="1315085">
                  <a:moveTo>
                    <a:pt x="1126154" y="91"/>
                  </a:moveTo>
                  <a:lnTo>
                    <a:pt x="1115613" y="91"/>
                  </a:lnTo>
                  <a:lnTo>
                    <a:pt x="1111350" y="4356"/>
                  </a:lnTo>
                  <a:lnTo>
                    <a:pt x="1111350" y="14876"/>
                  </a:lnTo>
                  <a:lnTo>
                    <a:pt x="1115613" y="19141"/>
                  </a:lnTo>
                  <a:lnTo>
                    <a:pt x="1126154" y="19141"/>
                  </a:lnTo>
                  <a:lnTo>
                    <a:pt x="1130419" y="14876"/>
                  </a:lnTo>
                  <a:lnTo>
                    <a:pt x="1130419" y="4356"/>
                  </a:lnTo>
                  <a:lnTo>
                    <a:pt x="1126154" y="91"/>
                  </a:lnTo>
                  <a:close/>
                </a:path>
                <a:path w="1771650" h="1315085">
                  <a:moveTo>
                    <a:pt x="1164273" y="91"/>
                  </a:moveTo>
                  <a:lnTo>
                    <a:pt x="1153732" y="91"/>
                  </a:lnTo>
                  <a:lnTo>
                    <a:pt x="1149469" y="4356"/>
                  </a:lnTo>
                  <a:lnTo>
                    <a:pt x="1149469" y="14876"/>
                  </a:lnTo>
                  <a:lnTo>
                    <a:pt x="1153732" y="19141"/>
                  </a:lnTo>
                  <a:lnTo>
                    <a:pt x="1164273" y="19141"/>
                  </a:lnTo>
                  <a:lnTo>
                    <a:pt x="1168538" y="14876"/>
                  </a:lnTo>
                  <a:lnTo>
                    <a:pt x="1168538" y="4356"/>
                  </a:lnTo>
                  <a:lnTo>
                    <a:pt x="1164273" y="91"/>
                  </a:lnTo>
                  <a:close/>
                </a:path>
                <a:path w="1771650" h="1315085">
                  <a:moveTo>
                    <a:pt x="1202392" y="91"/>
                  </a:moveTo>
                  <a:lnTo>
                    <a:pt x="1191851" y="91"/>
                  </a:lnTo>
                  <a:lnTo>
                    <a:pt x="1187588" y="4356"/>
                  </a:lnTo>
                  <a:lnTo>
                    <a:pt x="1187588" y="14876"/>
                  </a:lnTo>
                  <a:lnTo>
                    <a:pt x="1191851" y="19141"/>
                  </a:lnTo>
                  <a:lnTo>
                    <a:pt x="1202392" y="19141"/>
                  </a:lnTo>
                  <a:lnTo>
                    <a:pt x="1206656" y="14876"/>
                  </a:lnTo>
                  <a:lnTo>
                    <a:pt x="1206656" y="4356"/>
                  </a:lnTo>
                  <a:lnTo>
                    <a:pt x="1202392" y="91"/>
                  </a:lnTo>
                  <a:close/>
                </a:path>
                <a:path w="1771650" h="1315085">
                  <a:moveTo>
                    <a:pt x="1240511" y="91"/>
                  </a:moveTo>
                  <a:lnTo>
                    <a:pt x="1229970" y="91"/>
                  </a:lnTo>
                  <a:lnTo>
                    <a:pt x="1225706" y="4356"/>
                  </a:lnTo>
                  <a:lnTo>
                    <a:pt x="1225706" y="14876"/>
                  </a:lnTo>
                  <a:lnTo>
                    <a:pt x="1229970" y="19141"/>
                  </a:lnTo>
                  <a:lnTo>
                    <a:pt x="1240511" y="19141"/>
                  </a:lnTo>
                  <a:lnTo>
                    <a:pt x="1244775" y="14876"/>
                  </a:lnTo>
                  <a:lnTo>
                    <a:pt x="1244775" y="4356"/>
                  </a:lnTo>
                  <a:lnTo>
                    <a:pt x="1240511" y="91"/>
                  </a:lnTo>
                  <a:close/>
                </a:path>
                <a:path w="1771650" h="1315085">
                  <a:moveTo>
                    <a:pt x="1278630" y="91"/>
                  </a:moveTo>
                  <a:lnTo>
                    <a:pt x="1268089" y="91"/>
                  </a:lnTo>
                  <a:lnTo>
                    <a:pt x="1263826" y="4356"/>
                  </a:lnTo>
                  <a:lnTo>
                    <a:pt x="1263826" y="14876"/>
                  </a:lnTo>
                  <a:lnTo>
                    <a:pt x="1268089" y="19141"/>
                  </a:lnTo>
                  <a:lnTo>
                    <a:pt x="1278630" y="19141"/>
                  </a:lnTo>
                  <a:lnTo>
                    <a:pt x="1282895" y="14876"/>
                  </a:lnTo>
                  <a:lnTo>
                    <a:pt x="1282895" y="4356"/>
                  </a:lnTo>
                  <a:lnTo>
                    <a:pt x="1278630" y="91"/>
                  </a:lnTo>
                  <a:close/>
                </a:path>
                <a:path w="1771650" h="1315085">
                  <a:moveTo>
                    <a:pt x="1316749" y="91"/>
                  </a:moveTo>
                  <a:lnTo>
                    <a:pt x="1306208" y="91"/>
                  </a:lnTo>
                  <a:lnTo>
                    <a:pt x="1301945" y="4356"/>
                  </a:lnTo>
                  <a:lnTo>
                    <a:pt x="1301945" y="14876"/>
                  </a:lnTo>
                  <a:lnTo>
                    <a:pt x="1306208" y="19141"/>
                  </a:lnTo>
                  <a:lnTo>
                    <a:pt x="1316749" y="19141"/>
                  </a:lnTo>
                  <a:lnTo>
                    <a:pt x="1321014" y="14876"/>
                  </a:lnTo>
                  <a:lnTo>
                    <a:pt x="1321014" y="4356"/>
                  </a:lnTo>
                  <a:lnTo>
                    <a:pt x="1316749" y="91"/>
                  </a:lnTo>
                  <a:close/>
                </a:path>
                <a:path w="1771650" h="1315085">
                  <a:moveTo>
                    <a:pt x="1354869" y="91"/>
                  </a:moveTo>
                  <a:lnTo>
                    <a:pt x="1344329" y="91"/>
                  </a:lnTo>
                  <a:lnTo>
                    <a:pt x="1340064" y="4356"/>
                  </a:lnTo>
                  <a:lnTo>
                    <a:pt x="1340064" y="14876"/>
                  </a:lnTo>
                  <a:lnTo>
                    <a:pt x="1344329" y="19141"/>
                  </a:lnTo>
                  <a:lnTo>
                    <a:pt x="1354869" y="19141"/>
                  </a:lnTo>
                  <a:lnTo>
                    <a:pt x="1359133" y="14876"/>
                  </a:lnTo>
                  <a:lnTo>
                    <a:pt x="1359133" y="4356"/>
                  </a:lnTo>
                  <a:lnTo>
                    <a:pt x="1354869" y="91"/>
                  </a:lnTo>
                  <a:close/>
                </a:path>
                <a:path w="1771650" h="1315085">
                  <a:moveTo>
                    <a:pt x="1382915" y="640"/>
                  </a:moveTo>
                  <a:lnTo>
                    <a:pt x="1378440" y="4683"/>
                  </a:lnTo>
                  <a:lnTo>
                    <a:pt x="1377909" y="15190"/>
                  </a:lnTo>
                  <a:lnTo>
                    <a:pt x="1381953" y="19664"/>
                  </a:lnTo>
                  <a:lnTo>
                    <a:pt x="1392480" y="20196"/>
                  </a:lnTo>
                  <a:lnTo>
                    <a:pt x="1396954" y="16153"/>
                  </a:lnTo>
                  <a:lnTo>
                    <a:pt x="1397485" y="5646"/>
                  </a:lnTo>
                  <a:lnTo>
                    <a:pt x="1393441" y="1172"/>
                  </a:lnTo>
                  <a:lnTo>
                    <a:pt x="1382915" y="640"/>
                  </a:lnTo>
                  <a:close/>
                </a:path>
                <a:path w="1771650" h="1315085">
                  <a:moveTo>
                    <a:pt x="1421848" y="3543"/>
                  </a:moveTo>
                  <a:lnTo>
                    <a:pt x="1416991" y="7117"/>
                  </a:lnTo>
                  <a:lnTo>
                    <a:pt x="1415407" y="17518"/>
                  </a:lnTo>
                  <a:lnTo>
                    <a:pt x="1418981" y="22376"/>
                  </a:lnTo>
                  <a:lnTo>
                    <a:pt x="1429401" y="23962"/>
                  </a:lnTo>
                  <a:lnTo>
                    <a:pt x="1434259" y="20388"/>
                  </a:lnTo>
                  <a:lnTo>
                    <a:pt x="1435842" y="9987"/>
                  </a:lnTo>
                  <a:lnTo>
                    <a:pt x="1432269" y="5129"/>
                  </a:lnTo>
                  <a:lnTo>
                    <a:pt x="1421848" y="3543"/>
                  </a:lnTo>
                  <a:close/>
                </a:path>
                <a:path w="1771650" h="1315085">
                  <a:moveTo>
                    <a:pt x="1460308" y="10242"/>
                  </a:moveTo>
                  <a:lnTo>
                    <a:pt x="1455119" y="13313"/>
                  </a:lnTo>
                  <a:lnTo>
                    <a:pt x="1452505" y="23505"/>
                  </a:lnTo>
                  <a:lnTo>
                    <a:pt x="1455576" y="28695"/>
                  </a:lnTo>
                  <a:lnTo>
                    <a:pt x="1465787" y="31313"/>
                  </a:lnTo>
                  <a:lnTo>
                    <a:pt x="1470976" y="28242"/>
                  </a:lnTo>
                  <a:lnTo>
                    <a:pt x="1473589" y="18050"/>
                  </a:lnTo>
                  <a:lnTo>
                    <a:pt x="1470519" y="12860"/>
                  </a:lnTo>
                  <a:lnTo>
                    <a:pt x="1460308" y="10242"/>
                  </a:lnTo>
                  <a:close/>
                </a:path>
                <a:path w="1771650" h="1315085">
                  <a:moveTo>
                    <a:pt x="1497925" y="20694"/>
                  </a:moveTo>
                  <a:lnTo>
                    <a:pt x="1492454" y="23232"/>
                  </a:lnTo>
                  <a:lnTo>
                    <a:pt x="1488836" y="33111"/>
                  </a:lnTo>
                  <a:lnTo>
                    <a:pt x="1491374" y="38582"/>
                  </a:lnTo>
                  <a:lnTo>
                    <a:pt x="1501272" y="42207"/>
                  </a:lnTo>
                  <a:lnTo>
                    <a:pt x="1506741" y="39669"/>
                  </a:lnTo>
                  <a:lnTo>
                    <a:pt x="1510360" y="29790"/>
                  </a:lnTo>
                  <a:lnTo>
                    <a:pt x="1507822" y="24319"/>
                  </a:lnTo>
                  <a:lnTo>
                    <a:pt x="1497925" y="20694"/>
                  </a:lnTo>
                  <a:close/>
                </a:path>
                <a:path w="1771650" h="1315085">
                  <a:moveTo>
                    <a:pt x="1534316" y="34804"/>
                  </a:moveTo>
                  <a:lnTo>
                    <a:pt x="1528621" y="36790"/>
                  </a:lnTo>
                  <a:lnTo>
                    <a:pt x="1524048" y="46266"/>
                  </a:lnTo>
                  <a:lnTo>
                    <a:pt x="1526035" y="51960"/>
                  </a:lnTo>
                  <a:lnTo>
                    <a:pt x="1535527" y="56541"/>
                  </a:lnTo>
                  <a:lnTo>
                    <a:pt x="1541222" y="54555"/>
                  </a:lnTo>
                  <a:lnTo>
                    <a:pt x="1545795" y="45079"/>
                  </a:lnTo>
                  <a:lnTo>
                    <a:pt x="1543808" y="39386"/>
                  </a:lnTo>
                  <a:lnTo>
                    <a:pt x="1534316" y="34804"/>
                  </a:lnTo>
                  <a:close/>
                </a:path>
                <a:path w="1771650" h="1315085">
                  <a:moveTo>
                    <a:pt x="1569129" y="52419"/>
                  </a:moveTo>
                  <a:lnTo>
                    <a:pt x="1563269" y="53844"/>
                  </a:lnTo>
                  <a:lnTo>
                    <a:pt x="1557798" y="62831"/>
                  </a:lnTo>
                  <a:lnTo>
                    <a:pt x="1559224" y="68691"/>
                  </a:lnTo>
                  <a:lnTo>
                    <a:pt x="1568227" y="74171"/>
                  </a:lnTo>
                  <a:lnTo>
                    <a:pt x="1574087" y="72745"/>
                  </a:lnTo>
                  <a:lnTo>
                    <a:pt x="1579558" y="63759"/>
                  </a:lnTo>
                  <a:lnTo>
                    <a:pt x="1578132" y="57899"/>
                  </a:lnTo>
                  <a:lnTo>
                    <a:pt x="1569129" y="52419"/>
                  </a:lnTo>
                  <a:close/>
                </a:path>
                <a:path w="1771650" h="1315085">
                  <a:moveTo>
                    <a:pt x="1602036" y="73347"/>
                  </a:moveTo>
                  <a:lnTo>
                    <a:pt x="1596066" y="74208"/>
                  </a:lnTo>
                  <a:lnTo>
                    <a:pt x="1589765" y="82633"/>
                  </a:lnTo>
                  <a:lnTo>
                    <a:pt x="1590625" y="88602"/>
                  </a:lnTo>
                  <a:lnTo>
                    <a:pt x="1599065" y="94915"/>
                  </a:lnTo>
                  <a:lnTo>
                    <a:pt x="1605034" y="94054"/>
                  </a:lnTo>
                  <a:lnTo>
                    <a:pt x="1611336" y="85629"/>
                  </a:lnTo>
                  <a:lnTo>
                    <a:pt x="1610475" y="79660"/>
                  </a:lnTo>
                  <a:lnTo>
                    <a:pt x="1602036" y="73347"/>
                  </a:lnTo>
                  <a:close/>
                </a:path>
                <a:path w="1771650" h="1315085">
                  <a:moveTo>
                    <a:pt x="1632739" y="97375"/>
                  </a:moveTo>
                  <a:lnTo>
                    <a:pt x="1626716" y="97669"/>
                  </a:lnTo>
                  <a:lnTo>
                    <a:pt x="1619647" y="105462"/>
                  </a:lnTo>
                  <a:lnTo>
                    <a:pt x="1619891" y="110481"/>
                  </a:lnTo>
                  <a:lnTo>
                    <a:pt x="1619940" y="111485"/>
                  </a:lnTo>
                  <a:lnTo>
                    <a:pt x="1627747" y="118567"/>
                  </a:lnTo>
                  <a:lnTo>
                    <a:pt x="1633771" y="118273"/>
                  </a:lnTo>
                  <a:lnTo>
                    <a:pt x="1640840" y="110481"/>
                  </a:lnTo>
                  <a:lnTo>
                    <a:pt x="1640595" y="105462"/>
                  </a:lnTo>
                  <a:lnTo>
                    <a:pt x="1640546" y="104457"/>
                  </a:lnTo>
                  <a:lnTo>
                    <a:pt x="1632739" y="97375"/>
                  </a:lnTo>
                  <a:close/>
                </a:path>
                <a:path w="1771650" h="1315085">
                  <a:moveTo>
                    <a:pt x="1654935" y="123992"/>
                  </a:moveTo>
                  <a:lnTo>
                    <a:pt x="1647168" y="131088"/>
                  </a:lnTo>
                  <a:lnTo>
                    <a:pt x="1646896" y="137113"/>
                  </a:lnTo>
                  <a:lnTo>
                    <a:pt x="1654004" y="144895"/>
                  </a:lnTo>
                  <a:lnTo>
                    <a:pt x="1660029" y="145167"/>
                  </a:lnTo>
                  <a:lnTo>
                    <a:pt x="1667797" y="138071"/>
                  </a:lnTo>
                  <a:lnTo>
                    <a:pt x="1668070" y="132046"/>
                  </a:lnTo>
                  <a:lnTo>
                    <a:pt x="1660960" y="124264"/>
                  </a:lnTo>
                  <a:lnTo>
                    <a:pt x="1654935" y="123992"/>
                  </a:lnTo>
                  <a:close/>
                </a:path>
                <a:path w="1771650" h="1315085">
                  <a:moveTo>
                    <a:pt x="1680527" y="152916"/>
                  </a:moveTo>
                  <a:lnTo>
                    <a:pt x="1672094" y="159207"/>
                  </a:lnTo>
                  <a:lnTo>
                    <a:pt x="1671226" y="165174"/>
                  </a:lnTo>
                  <a:lnTo>
                    <a:pt x="1677527" y="173624"/>
                  </a:lnTo>
                  <a:lnTo>
                    <a:pt x="1683495" y="174492"/>
                  </a:lnTo>
                  <a:lnTo>
                    <a:pt x="1691928" y="168201"/>
                  </a:lnTo>
                  <a:lnTo>
                    <a:pt x="1692796" y="162233"/>
                  </a:lnTo>
                  <a:lnTo>
                    <a:pt x="1686495" y="153785"/>
                  </a:lnTo>
                  <a:lnTo>
                    <a:pt x="1680527" y="152916"/>
                  </a:lnTo>
                  <a:close/>
                </a:path>
                <a:path w="1771650" h="1315085">
                  <a:moveTo>
                    <a:pt x="1703146" y="184194"/>
                  </a:moveTo>
                  <a:lnTo>
                    <a:pt x="1694150" y="189650"/>
                  </a:lnTo>
                  <a:lnTo>
                    <a:pt x="1692715" y="195507"/>
                  </a:lnTo>
                  <a:lnTo>
                    <a:pt x="1698181" y="204519"/>
                  </a:lnTo>
                  <a:lnTo>
                    <a:pt x="1704039" y="205954"/>
                  </a:lnTo>
                  <a:lnTo>
                    <a:pt x="1713035" y="200498"/>
                  </a:lnTo>
                  <a:lnTo>
                    <a:pt x="1714469" y="194640"/>
                  </a:lnTo>
                  <a:lnTo>
                    <a:pt x="1709003" y="185628"/>
                  </a:lnTo>
                  <a:lnTo>
                    <a:pt x="1703146" y="184194"/>
                  </a:lnTo>
                  <a:close/>
                </a:path>
                <a:path w="1771650" h="1315085">
                  <a:moveTo>
                    <a:pt x="1722620" y="217525"/>
                  </a:moveTo>
                  <a:lnTo>
                    <a:pt x="1713138" y="222084"/>
                  </a:lnTo>
                  <a:lnTo>
                    <a:pt x="1711143" y="227777"/>
                  </a:lnTo>
                  <a:lnTo>
                    <a:pt x="1715711" y="237275"/>
                  </a:lnTo>
                  <a:lnTo>
                    <a:pt x="1721402" y="239270"/>
                  </a:lnTo>
                  <a:lnTo>
                    <a:pt x="1730884" y="234711"/>
                  </a:lnTo>
                  <a:lnTo>
                    <a:pt x="1732879" y="229019"/>
                  </a:lnTo>
                  <a:lnTo>
                    <a:pt x="1728311" y="219520"/>
                  </a:lnTo>
                  <a:lnTo>
                    <a:pt x="1722620" y="217525"/>
                  </a:lnTo>
                  <a:close/>
                </a:path>
                <a:path w="1771650" h="1315085">
                  <a:moveTo>
                    <a:pt x="1738765" y="252606"/>
                  </a:moveTo>
                  <a:lnTo>
                    <a:pt x="1728877" y="256199"/>
                  </a:lnTo>
                  <a:lnTo>
                    <a:pt x="1726324" y="261664"/>
                  </a:lnTo>
                  <a:lnTo>
                    <a:pt x="1729924" y="271570"/>
                  </a:lnTo>
                  <a:lnTo>
                    <a:pt x="1735388" y="274121"/>
                  </a:lnTo>
                  <a:lnTo>
                    <a:pt x="1745277" y="270530"/>
                  </a:lnTo>
                  <a:lnTo>
                    <a:pt x="1747829" y="265065"/>
                  </a:lnTo>
                  <a:lnTo>
                    <a:pt x="1744230" y="255158"/>
                  </a:lnTo>
                  <a:lnTo>
                    <a:pt x="1738765" y="252606"/>
                  </a:lnTo>
                  <a:close/>
                </a:path>
                <a:path w="1771650" h="1315085">
                  <a:moveTo>
                    <a:pt x="1751351" y="289095"/>
                  </a:moveTo>
                  <a:lnTo>
                    <a:pt x="1741163" y="291720"/>
                  </a:lnTo>
                  <a:lnTo>
                    <a:pt x="1738097" y="296913"/>
                  </a:lnTo>
                  <a:lnTo>
                    <a:pt x="1740726" y="307120"/>
                  </a:lnTo>
                  <a:lnTo>
                    <a:pt x="1745921" y="310186"/>
                  </a:lnTo>
                  <a:lnTo>
                    <a:pt x="1756109" y="307560"/>
                  </a:lnTo>
                  <a:lnTo>
                    <a:pt x="1759174" y="302367"/>
                  </a:lnTo>
                  <a:lnTo>
                    <a:pt x="1756544" y="292160"/>
                  </a:lnTo>
                  <a:lnTo>
                    <a:pt x="1751351" y="289095"/>
                  </a:lnTo>
                  <a:close/>
                </a:path>
                <a:path w="1771650" h="1315085">
                  <a:moveTo>
                    <a:pt x="1760340" y="326656"/>
                  </a:moveTo>
                  <a:lnTo>
                    <a:pt x="1749939" y="328244"/>
                  </a:lnTo>
                  <a:lnTo>
                    <a:pt x="1746366" y="333103"/>
                  </a:lnTo>
                  <a:lnTo>
                    <a:pt x="1747956" y="343522"/>
                  </a:lnTo>
                  <a:lnTo>
                    <a:pt x="1752815" y="347094"/>
                  </a:lnTo>
                  <a:lnTo>
                    <a:pt x="1763217" y="345507"/>
                  </a:lnTo>
                  <a:lnTo>
                    <a:pt x="1766789" y="340649"/>
                  </a:lnTo>
                  <a:lnTo>
                    <a:pt x="1765199" y="330229"/>
                  </a:lnTo>
                  <a:lnTo>
                    <a:pt x="1760340" y="326656"/>
                  </a:lnTo>
                  <a:close/>
                </a:path>
                <a:path w="1771650" h="1315085">
                  <a:moveTo>
                    <a:pt x="1765604" y="364910"/>
                  </a:moveTo>
                  <a:lnTo>
                    <a:pt x="1755098" y="365462"/>
                  </a:lnTo>
                  <a:lnTo>
                    <a:pt x="1751063" y="369944"/>
                  </a:lnTo>
                  <a:lnTo>
                    <a:pt x="1751563" y="379470"/>
                  </a:lnTo>
                  <a:lnTo>
                    <a:pt x="1751615" y="380470"/>
                  </a:lnTo>
                  <a:lnTo>
                    <a:pt x="1756098" y="384505"/>
                  </a:lnTo>
                  <a:lnTo>
                    <a:pt x="1766605" y="383954"/>
                  </a:lnTo>
                  <a:lnTo>
                    <a:pt x="1770640" y="379470"/>
                  </a:lnTo>
                  <a:lnTo>
                    <a:pt x="1770139" y="369944"/>
                  </a:lnTo>
                  <a:lnTo>
                    <a:pt x="1770086" y="368945"/>
                  </a:lnTo>
                  <a:lnTo>
                    <a:pt x="1765604" y="364910"/>
                  </a:lnTo>
                  <a:close/>
                </a:path>
                <a:path w="1771650" h="1315085">
                  <a:moveTo>
                    <a:pt x="1767385" y="403260"/>
                  </a:moveTo>
                  <a:lnTo>
                    <a:pt x="1756864" y="403260"/>
                  </a:lnTo>
                  <a:lnTo>
                    <a:pt x="1752600" y="407525"/>
                  </a:lnTo>
                  <a:lnTo>
                    <a:pt x="1752600" y="418064"/>
                  </a:lnTo>
                  <a:lnTo>
                    <a:pt x="1756864" y="422329"/>
                  </a:lnTo>
                  <a:lnTo>
                    <a:pt x="1767385" y="422329"/>
                  </a:lnTo>
                  <a:lnTo>
                    <a:pt x="1771650" y="418064"/>
                  </a:lnTo>
                  <a:lnTo>
                    <a:pt x="1771650" y="407525"/>
                  </a:lnTo>
                  <a:lnTo>
                    <a:pt x="1767385" y="403260"/>
                  </a:lnTo>
                  <a:close/>
                </a:path>
                <a:path w="1771650" h="1315085">
                  <a:moveTo>
                    <a:pt x="1767385" y="441379"/>
                  </a:moveTo>
                  <a:lnTo>
                    <a:pt x="1756864" y="441379"/>
                  </a:lnTo>
                  <a:lnTo>
                    <a:pt x="1752600" y="445644"/>
                  </a:lnTo>
                  <a:lnTo>
                    <a:pt x="1752600" y="456184"/>
                  </a:lnTo>
                  <a:lnTo>
                    <a:pt x="1756864" y="460448"/>
                  </a:lnTo>
                  <a:lnTo>
                    <a:pt x="1767385" y="460448"/>
                  </a:lnTo>
                  <a:lnTo>
                    <a:pt x="1771650" y="456184"/>
                  </a:lnTo>
                  <a:lnTo>
                    <a:pt x="1771650" y="445644"/>
                  </a:lnTo>
                  <a:lnTo>
                    <a:pt x="1767385" y="441379"/>
                  </a:lnTo>
                  <a:close/>
                </a:path>
                <a:path w="1771650" h="1315085">
                  <a:moveTo>
                    <a:pt x="1767385" y="479498"/>
                  </a:moveTo>
                  <a:lnTo>
                    <a:pt x="1756864" y="479498"/>
                  </a:lnTo>
                  <a:lnTo>
                    <a:pt x="1752600" y="483763"/>
                  </a:lnTo>
                  <a:lnTo>
                    <a:pt x="1752600" y="494303"/>
                  </a:lnTo>
                  <a:lnTo>
                    <a:pt x="1756864" y="498567"/>
                  </a:lnTo>
                  <a:lnTo>
                    <a:pt x="1767385" y="498567"/>
                  </a:lnTo>
                  <a:lnTo>
                    <a:pt x="1771650" y="494303"/>
                  </a:lnTo>
                  <a:lnTo>
                    <a:pt x="1771650" y="483763"/>
                  </a:lnTo>
                  <a:lnTo>
                    <a:pt x="1767385" y="479498"/>
                  </a:lnTo>
                  <a:close/>
                </a:path>
                <a:path w="1771650" h="1315085">
                  <a:moveTo>
                    <a:pt x="1767385" y="517617"/>
                  </a:moveTo>
                  <a:lnTo>
                    <a:pt x="1756864" y="517617"/>
                  </a:lnTo>
                  <a:lnTo>
                    <a:pt x="1752600" y="521882"/>
                  </a:lnTo>
                  <a:lnTo>
                    <a:pt x="1752600" y="532422"/>
                  </a:lnTo>
                  <a:lnTo>
                    <a:pt x="1756864" y="536686"/>
                  </a:lnTo>
                  <a:lnTo>
                    <a:pt x="1767385" y="536686"/>
                  </a:lnTo>
                  <a:lnTo>
                    <a:pt x="1771650" y="532422"/>
                  </a:lnTo>
                  <a:lnTo>
                    <a:pt x="1771650" y="521882"/>
                  </a:lnTo>
                  <a:lnTo>
                    <a:pt x="1767385" y="517617"/>
                  </a:lnTo>
                  <a:close/>
                </a:path>
                <a:path w="1771650" h="1315085">
                  <a:moveTo>
                    <a:pt x="1767385" y="555736"/>
                  </a:moveTo>
                  <a:lnTo>
                    <a:pt x="1756864" y="555736"/>
                  </a:lnTo>
                  <a:lnTo>
                    <a:pt x="1752600" y="560001"/>
                  </a:lnTo>
                  <a:lnTo>
                    <a:pt x="1752600" y="570541"/>
                  </a:lnTo>
                  <a:lnTo>
                    <a:pt x="1756864" y="574805"/>
                  </a:lnTo>
                  <a:lnTo>
                    <a:pt x="1767385" y="574805"/>
                  </a:lnTo>
                  <a:lnTo>
                    <a:pt x="1771650" y="570541"/>
                  </a:lnTo>
                  <a:lnTo>
                    <a:pt x="1771650" y="560001"/>
                  </a:lnTo>
                  <a:lnTo>
                    <a:pt x="1767385" y="555736"/>
                  </a:lnTo>
                  <a:close/>
                </a:path>
                <a:path w="1771650" h="1315085">
                  <a:moveTo>
                    <a:pt x="1767385" y="593855"/>
                  </a:moveTo>
                  <a:lnTo>
                    <a:pt x="1756864" y="593855"/>
                  </a:lnTo>
                  <a:lnTo>
                    <a:pt x="1752600" y="598120"/>
                  </a:lnTo>
                  <a:lnTo>
                    <a:pt x="1752600" y="608660"/>
                  </a:lnTo>
                  <a:lnTo>
                    <a:pt x="1756864" y="612924"/>
                  </a:lnTo>
                  <a:lnTo>
                    <a:pt x="1767385" y="612924"/>
                  </a:lnTo>
                  <a:lnTo>
                    <a:pt x="1771650" y="608660"/>
                  </a:lnTo>
                  <a:lnTo>
                    <a:pt x="1771650" y="598120"/>
                  </a:lnTo>
                  <a:lnTo>
                    <a:pt x="1767385" y="593855"/>
                  </a:lnTo>
                  <a:close/>
                </a:path>
                <a:path w="1771650" h="1315085">
                  <a:moveTo>
                    <a:pt x="1767385" y="631974"/>
                  </a:moveTo>
                  <a:lnTo>
                    <a:pt x="1756864" y="631974"/>
                  </a:lnTo>
                  <a:lnTo>
                    <a:pt x="1752600" y="636239"/>
                  </a:lnTo>
                  <a:lnTo>
                    <a:pt x="1752600" y="646779"/>
                  </a:lnTo>
                  <a:lnTo>
                    <a:pt x="1756864" y="651043"/>
                  </a:lnTo>
                  <a:lnTo>
                    <a:pt x="1767385" y="651043"/>
                  </a:lnTo>
                  <a:lnTo>
                    <a:pt x="1771650" y="646779"/>
                  </a:lnTo>
                  <a:lnTo>
                    <a:pt x="1771650" y="636239"/>
                  </a:lnTo>
                  <a:lnTo>
                    <a:pt x="1767385" y="631974"/>
                  </a:lnTo>
                  <a:close/>
                </a:path>
                <a:path w="1771650" h="1315085">
                  <a:moveTo>
                    <a:pt x="1767385" y="670093"/>
                  </a:moveTo>
                  <a:lnTo>
                    <a:pt x="1756864" y="670093"/>
                  </a:lnTo>
                  <a:lnTo>
                    <a:pt x="1752600" y="674358"/>
                  </a:lnTo>
                  <a:lnTo>
                    <a:pt x="1752600" y="684898"/>
                  </a:lnTo>
                  <a:lnTo>
                    <a:pt x="1756864" y="689162"/>
                  </a:lnTo>
                  <a:lnTo>
                    <a:pt x="1767385" y="689162"/>
                  </a:lnTo>
                  <a:lnTo>
                    <a:pt x="1771650" y="684898"/>
                  </a:lnTo>
                  <a:lnTo>
                    <a:pt x="1771650" y="674358"/>
                  </a:lnTo>
                  <a:lnTo>
                    <a:pt x="1767385" y="670093"/>
                  </a:lnTo>
                  <a:close/>
                </a:path>
                <a:path w="1771650" h="1315085">
                  <a:moveTo>
                    <a:pt x="1767385" y="708212"/>
                  </a:moveTo>
                  <a:lnTo>
                    <a:pt x="1756864" y="708212"/>
                  </a:lnTo>
                  <a:lnTo>
                    <a:pt x="1752600" y="712477"/>
                  </a:lnTo>
                  <a:lnTo>
                    <a:pt x="1752600" y="723017"/>
                  </a:lnTo>
                  <a:lnTo>
                    <a:pt x="1756864" y="727282"/>
                  </a:lnTo>
                  <a:lnTo>
                    <a:pt x="1767385" y="727282"/>
                  </a:lnTo>
                  <a:lnTo>
                    <a:pt x="1771650" y="723017"/>
                  </a:lnTo>
                  <a:lnTo>
                    <a:pt x="1771650" y="712477"/>
                  </a:lnTo>
                  <a:lnTo>
                    <a:pt x="1767385" y="708212"/>
                  </a:lnTo>
                  <a:close/>
                </a:path>
                <a:path w="1771650" h="1315085">
                  <a:moveTo>
                    <a:pt x="1767385" y="746332"/>
                  </a:moveTo>
                  <a:lnTo>
                    <a:pt x="1756864" y="746332"/>
                  </a:lnTo>
                  <a:lnTo>
                    <a:pt x="1752600" y="750596"/>
                  </a:lnTo>
                  <a:lnTo>
                    <a:pt x="1752600" y="761136"/>
                  </a:lnTo>
                  <a:lnTo>
                    <a:pt x="1756864" y="765401"/>
                  </a:lnTo>
                  <a:lnTo>
                    <a:pt x="1767385" y="765401"/>
                  </a:lnTo>
                  <a:lnTo>
                    <a:pt x="1771650" y="761136"/>
                  </a:lnTo>
                  <a:lnTo>
                    <a:pt x="1771650" y="750596"/>
                  </a:lnTo>
                  <a:lnTo>
                    <a:pt x="1767385" y="746332"/>
                  </a:lnTo>
                  <a:close/>
                </a:path>
                <a:path w="1771650" h="1315085">
                  <a:moveTo>
                    <a:pt x="1767385" y="784451"/>
                  </a:moveTo>
                  <a:lnTo>
                    <a:pt x="1756864" y="784451"/>
                  </a:lnTo>
                  <a:lnTo>
                    <a:pt x="1752600" y="788715"/>
                  </a:lnTo>
                  <a:lnTo>
                    <a:pt x="1752600" y="799255"/>
                  </a:lnTo>
                  <a:lnTo>
                    <a:pt x="1756864" y="803520"/>
                  </a:lnTo>
                  <a:lnTo>
                    <a:pt x="1767385" y="803520"/>
                  </a:lnTo>
                  <a:lnTo>
                    <a:pt x="1771650" y="799255"/>
                  </a:lnTo>
                  <a:lnTo>
                    <a:pt x="1771650" y="788715"/>
                  </a:lnTo>
                  <a:lnTo>
                    <a:pt x="1767385" y="784451"/>
                  </a:lnTo>
                  <a:close/>
                </a:path>
                <a:path w="1771650" h="1315085">
                  <a:moveTo>
                    <a:pt x="1767385" y="822570"/>
                  </a:moveTo>
                  <a:lnTo>
                    <a:pt x="1756864" y="822570"/>
                  </a:lnTo>
                  <a:lnTo>
                    <a:pt x="1752600" y="826834"/>
                  </a:lnTo>
                  <a:lnTo>
                    <a:pt x="1752600" y="837374"/>
                  </a:lnTo>
                  <a:lnTo>
                    <a:pt x="1756864" y="841639"/>
                  </a:lnTo>
                  <a:lnTo>
                    <a:pt x="1767385" y="841639"/>
                  </a:lnTo>
                  <a:lnTo>
                    <a:pt x="1771650" y="837374"/>
                  </a:lnTo>
                  <a:lnTo>
                    <a:pt x="1771650" y="826834"/>
                  </a:lnTo>
                  <a:lnTo>
                    <a:pt x="1767385" y="822570"/>
                  </a:lnTo>
                  <a:close/>
                </a:path>
                <a:path w="1771650" h="1315085">
                  <a:moveTo>
                    <a:pt x="1767385" y="860689"/>
                  </a:moveTo>
                  <a:lnTo>
                    <a:pt x="1756864" y="860689"/>
                  </a:lnTo>
                  <a:lnTo>
                    <a:pt x="1752600" y="864953"/>
                  </a:lnTo>
                  <a:lnTo>
                    <a:pt x="1752600" y="875493"/>
                  </a:lnTo>
                  <a:lnTo>
                    <a:pt x="1756864" y="879758"/>
                  </a:lnTo>
                  <a:lnTo>
                    <a:pt x="1767385" y="879758"/>
                  </a:lnTo>
                  <a:lnTo>
                    <a:pt x="1771650" y="875493"/>
                  </a:lnTo>
                  <a:lnTo>
                    <a:pt x="1771650" y="864953"/>
                  </a:lnTo>
                  <a:lnTo>
                    <a:pt x="1767385" y="860689"/>
                  </a:lnTo>
                  <a:close/>
                </a:path>
                <a:path w="1771650" h="1315085">
                  <a:moveTo>
                    <a:pt x="1767385" y="898808"/>
                  </a:moveTo>
                  <a:lnTo>
                    <a:pt x="1756864" y="898808"/>
                  </a:lnTo>
                  <a:lnTo>
                    <a:pt x="1752600" y="903072"/>
                  </a:lnTo>
                  <a:lnTo>
                    <a:pt x="1752600" y="913612"/>
                  </a:lnTo>
                  <a:lnTo>
                    <a:pt x="1756864" y="917877"/>
                  </a:lnTo>
                  <a:lnTo>
                    <a:pt x="1767385" y="917877"/>
                  </a:lnTo>
                  <a:lnTo>
                    <a:pt x="1771650" y="913612"/>
                  </a:lnTo>
                  <a:lnTo>
                    <a:pt x="1771650" y="903072"/>
                  </a:lnTo>
                  <a:lnTo>
                    <a:pt x="1767385" y="898808"/>
                  </a:lnTo>
                  <a:close/>
                </a:path>
                <a:path w="1771650" h="1315085">
                  <a:moveTo>
                    <a:pt x="1755771" y="936623"/>
                  </a:moveTo>
                  <a:lnTo>
                    <a:pt x="1751288" y="940658"/>
                  </a:lnTo>
                  <a:lnTo>
                    <a:pt x="1750734" y="951183"/>
                  </a:lnTo>
                  <a:lnTo>
                    <a:pt x="1754769" y="955666"/>
                  </a:lnTo>
                  <a:lnTo>
                    <a:pt x="1765275" y="956219"/>
                  </a:lnTo>
                  <a:lnTo>
                    <a:pt x="1769758" y="952185"/>
                  </a:lnTo>
                  <a:lnTo>
                    <a:pt x="1770312" y="941659"/>
                  </a:lnTo>
                  <a:lnTo>
                    <a:pt x="1766277" y="937176"/>
                  </a:lnTo>
                  <a:lnTo>
                    <a:pt x="1755771" y="936623"/>
                  </a:lnTo>
                  <a:close/>
                </a:path>
                <a:path w="1771650" h="1315085">
                  <a:moveTo>
                    <a:pt x="1751836" y="973968"/>
                  </a:moveTo>
                  <a:lnTo>
                    <a:pt x="1746977" y="977539"/>
                  </a:lnTo>
                  <a:lnTo>
                    <a:pt x="1745385" y="987958"/>
                  </a:lnTo>
                  <a:lnTo>
                    <a:pt x="1748956" y="992818"/>
                  </a:lnTo>
                  <a:lnTo>
                    <a:pt x="1759356" y="994407"/>
                  </a:lnTo>
                  <a:lnTo>
                    <a:pt x="1764216" y="990836"/>
                  </a:lnTo>
                  <a:lnTo>
                    <a:pt x="1765809" y="980417"/>
                  </a:lnTo>
                  <a:lnTo>
                    <a:pt x="1762238" y="975556"/>
                  </a:lnTo>
                  <a:lnTo>
                    <a:pt x="1751836" y="973968"/>
                  </a:lnTo>
                  <a:close/>
                </a:path>
                <a:path w="1771650" h="1315085">
                  <a:moveTo>
                    <a:pt x="1744300" y="1010747"/>
                  </a:moveTo>
                  <a:lnTo>
                    <a:pt x="1739107" y="1013813"/>
                  </a:lnTo>
                  <a:lnTo>
                    <a:pt x="1736569" y="1023659"/>
                  </a:lnTo>
                  <a:lnTo>
                    <a:pt x="1736477" y="1024018"/>
                  </a:lnTo>
                  <a:lnTo>
                    <a:pt x="1739543" y="1029213"/>
                  </a:lnTo>
                  <a:lnTo>
                    <a:pt x="1749731" y="1031838"/>
                  </a:lnTo>
                  <a:lnTo>
                    <a:pt x="1754925" y="1028772"/>
                  </a:lnTo>
                  <a:lnTo>
                    <a:pt x="1757554" y="1018565"/>
                  </a:lnTo>
                  <a:lnTo>
                    <a:pt x="1754488" y="1013371"/>
                  </a:lnTo>
                  <a:lnTo>
                    <a:pt x="1744300" y="1010747"/>
                  </a:lnTo>
                  <a:close/>
                </a:path>
                <a:path w="1771650" h="1315085">
                  <a:moveTo>
                    <a:pt x="1733156" y="1046618"/>
                  </a:moveTo>
                  <a:lnTo>
                    <a:pt x="1727691" y="1049169"/>
                  </a:lnTo>
                  <a:lnTo>
                    <a:pt x="1724089" y="1059074"/>
                  </a:lnTo>
                  <a:lnTo>
                    <a:pt x="1726639" y="1064539"/>
                  </a:lnTo>
                  <a:lnTo>
                    <a:pt x="1736526" y="1068134"/>
                  </a:lnTo>
                  <a:lnTo>
                    <a:pt x="1741991" y="1065584"/>
                  </a:lnTo>
                  <a:lnTo>
                    <a:pt x="1745594" y="1055679"/>
                  </a:lnTo>
                  <a:lnTo>
                    <a:pt x="1743043" y="1050213"/>
                  </a:lnTo>
                  <a:lnTo>
                    <a:pt x="1733156" y="1046618"/>
                  </a:lnTo>
                  <a:close/>
                </a:path>
                <a:path w="1771650" h="1315085">
                  <a:moveTo>
                    <a:pt x="1718586" y="1081222"/>
                  </a:moveTo>
                  <a:lnTo>
                    <a:pt x="1712894" y="1083213"/>
                  </a:lnTo>
                  <a:lnTo>
                    <a:pt x="1708320" y="1092709"/>
                  </a:lnTo>
                  <a:lnTo>
                    <a:pt x="1710311" y="1098401"/>
                  </a:lnTo>
                  <a:lnTo>
                    <a:pt x="1719789" y="1102968"/>
                  </a:lnTo>
                  <a:lnTo>
                    <a:pt x="1725481" y="1100976"/>
                  </a:lnTo>
                  <a:lnTo>
                    <a:pt x="1730056" y="1091481"/>
                  </a:lnTo>
                  <a:lnTo>
                    <a:pt x="1728066" y="1085789"/>
                  </a:lnTo>
                  <a:lnTo>
                    <a:pt x="1718586" y="1081222"/>
                  </a:lnTo>
                  <a:close/>
                </a:path>
                <a:path w="1771650" h="1315085">
                  <a:moveTo>
                    <a:pt x="1700670" y="1114238"/>
                  </a:moveTo>
                  <a:lnTo>
                    <a:pt x="1694812" y="1115668"/>
                  </a:lnTo>
                  <a:lnTo>
                    <a:pt x="1689338" y="1124675"/>
                  </a:lnTo>
                  <a:lnTo>
                    <a:pt x="1690652" y="1130057"/>
                  </a:lnTo>
                  <a:lnTo>
                    <a:pt x="1690768" y="1130534"/>
                  </a:lnTo>
                  <a:lnTo>
                    <a:pt x="1699759" y="1135998"/>
                  </a:lnTo>
                  <a:lnTo>
                    <a:pt x="1705618" y="1134568"/>
                  </a:lnTo>
                  <a:lnTo>
                    <a:pt x="1711092" y="1125561"/>
                  </a:lnTo>
                  <a:lnTo>
                    <a:pt x="1709662" y="1119701"/>
                  </a:lnTo>
                  <a:lnTo>
                    <a:pt x="1700670" y="1114238"/>
                  </a:lnTo>
                  <a:close/>
                </a:path>
                <a:path w="1771650" h="1315085">
                  <a:moveTo>
                    <a:pt x="1679600" y="1145350"/>
                  </a:moveTo>
                  <a:lnTo>
                    <a:pt x="1673632" y="1146219"/>
                  </a:lnTo>
                  <a:lnTo>
                    <a:pt x="1667329" y="1154667"/>
                  </a:lnTo>
                  <a:lnTo>
                    <a:pt x="1668198" y="1160635"/>
                  </a:lnTo>
                  <a:lnTo>
                    <a:pt x="1676632" y="1166925"/>
                  </a:lnTo>
                  <a:lnTo>
                    <a:pt x="1682600" y="1166056"/>
                  </a:lnTo>
                  <a:lnTo>
                    <a:pt x="1688901" y="1157608"/>
                  </a:lnTo>
                  <a:lnTo>
                    <a:pt x="1688033" y="1151641"/>
                  </a:lnTo>
                  <a:lnTo>
                    <a:pt x="1679600" y="1145350"/>
                  </a:lnTo>
                  <a:close/>
                </a:path>
                <a:path w="1771650" h="1315085">
                  <a:moveTo>
                    <a:pt x="1655643" y="1174276"/>
                  </a:moveTo>
                  <a:lnTo>
                    <a:pt x="1649618" y="1174555"/>
                  </a:lnTo>
                  <a:lnTo>
                    <a:pt x="1642517" y="1182345"/>
                  </a:lnTo>
                  <a:lnTo>
                    <a:pt x="1642751" y="1187389"/>
                  </a:lnTo>
                  <a:lnTo>
                    <a:pt x="1642797" y="1188369"/>
                  </a:lnTo>
                  <a:lnTo>
                    <a:pt x="1650573" y="1195457"/>
                  </a:lnTo>
                  <a:lnTo>
                    <a:pt x="1656596" y="1195177"/>
                  </a:lnTo>
                  <a:lnTo>
                    <a:pt x="1663697" y="1187389"/>
                  </a:lnTo>
                  <a:lnTo>
                    <a:pt x="1663463" y="1182345"/>
                  </a:lnTo>
                  <a:lnTo>
                    <a:pt x="1663418" y="1181364"/>
                  </a:lnTo>
                  <a:lnTo>
                    <a:pt x="1655643" y="1174276"/>
                  </a:lnTo>
                  <a:close/>
                </a:path>
                <a:path w="1771650" h="1315085">
                  <a:moveTo>
                    <a:pt x="1622908" y="1200447"/>
                  </a:moveTo>
                  <a:lnTo>
                    <a:pt x="1615118" y="1207547"/>
                  </a:lnTo>
                  <a:lnTo>
                    <a:pt x="1614840" y="1213571"/>
                  </a:lnTo>
                  <a:lnTo>
                    <a:pt x="1621927" y="1221347"/>
                  </a:lnTo>
                  <a:lnTo>
                    <a:pt x="1627952" y="1221625"/>
                  </a:lnTo>
                  <a:lnTo>
                    <a:pt x="1635742" y="1214526"/>
                  </a:lnTo>
                  <a:lnTo>
                    <a:pt x="1636020" y="1208501"/>
                  </a:lnTo>
                  <a:lnTo>
                    <a:pt x="1628933" y="1200725"/>
                  </a:lnTo>
                  <a:lnTo>
                    <a:pt x="1622908" y="1200447"/>
                  </a:lnTo>
                  <a:close/>
                </a:path>
                <a:path w="1771650" h="1315085">
                  <a:moveTo>
                    <a:pt x="1593871" y="1223610"/>
                  </a:moveTo>
                  <a:lnTo>
                    <a:pt x="1585422" y="1229912"/>
                  </a:lnTo>
                  <a:lnTo>
                    <a:pt x="1584553" y="1235880"/>
                  </a:lnTo>
                  <a:lnTo>
                    <a:pt x="1590843" y="1244314"/>
                  </a:lnTo>
                  <a:lnTo>
                    <a:pt x="1596812" y="1245182"/>
                  </a:lnTo>
                  <a:lnTo>
                    <a:pt x="1605260" y="1238881"/>
                  </a:lnTo>
                  <a:lnTo>
                    <a:pt x="1606129" y="1232912"/>
                  </a:lnTo>
                  <a:lnTo>
                    <a:pt x="1599839" y="1224479"/>
                  </a:lnTo>
                  <a:lnTo>
                    <a:pt x="1593871" y="1223610"/>
                  </a:lnTo>
                  <a:close/>
                </a:path>
                <a:path w="1771650" h="1315085">
                  <a:moveTo>
                    <a:pt x="1562676" y="1243839"/>
                  </a:moveTo>
                  <a:lnTo>
                    <a:pt x="1553669" y="1249312"/>
                  </a:lnTo>
                  <a:lnTo>
                    <a:pt x="1552239" y="1255171"/>
                  </a:lnTo>
                  <a:lnTo>
                    <a:pt x="1557703" y="1264163"/>
                  </a:lnTo>
                  <a:lnTo>
                    <a:pt x="1563561" y="1265591"/>
                  </a:lnTo>
                  <a:lnTo>
                    <a:pt x="1572569" y="1260118"/>
                  </a:lnTo>
                  <a:lnTo>
                    <a:pt x="1573999" y="1254259"/>
                  </a:lnTo>
                  <a:lnTo>
                    <a:pt x="1568535" y="1245269"/>
                  </a:lnTo>
                  <a:lnTo>
                    <a:pt x="1562676" y="1243839"/>
                  </a:lnTo>
                  <a:close/>
                </a:path>
                <a:path w="1771650" h="1315085">
                  <a:moveTo>
                    <a:pt x="1529675" y="1260914"/>
                  </a:moveTo>
                  <a:lnTo>
                    <a:pt x="1520179" y="1265488"/>
                  </a:lnTo>
                  <a:lnTo>
                    <a:pt x="1518188" y="1271182"/>
                  </a:lnTo>
                  <a:lnTo>
                    <a:pt x="1522755" y="1280660"/>
                  </a:lnTo>
                  <a:lnTo>
                    <a:pt x="1528447" y="1282651"/>
                  </a:lnTo>
                  <a:lnTo>
                    <a:pt x="1537943" y="1278077"/>
                  </a:lnTo>
                  <a:lnTo>
                    <a:pt x="1539934" y="1272383"/>
                  </a:lnTo>
                  <a:lnTo>
                    <a:pt x="1535369" y="1262905"/>
                  </a:lnTo>
                  <a:lnTo>
                    <a:pt x="1529675" y="1260914"/>
                  </a:lnTo>
                  <a:close/>
                </a:path>
                <a:path w="1771650" h="1315085">
                  <a:moveTo>
                    <a:pt x="1495187" y="1274664"/>
                  </a:moveTo>
                  <a:lnTo>
                    <a:pt x="1485282" y="1278267"/>
                  </a:lnTo>
                  <a:lnTo>
                    <a:pt x="1482732" y="1283732"/>
                  </a:lnTo>
                  <a:lnTo>
                    <a:pt x="1486327" y="1293619"/>
                  </a:lnTo>
                  <a:lnTo>
                    <a:pt x="1491792" y="1296169"/>
                  </a:lnTo>
                  <a:lnTo>
                    <a:pt x="1501698" y="1292567"/>
                  </a:lnTo>
                  <a:lnTo>
                    <a:pt x="1504248" y="1287103"/>
                  </a:lnTo>
                  <a:lnTo>
                    <a:pt x="1500653" y="1277216"/>
                  </a:lnTo>
                  <a:lnTo>
                    <a:pt x="1495187" y="1274664"/>
                  </a:lnTo>
                  <a:close/>
                </a:path>
                <a:path w="1771650" h="1315085">
                  <a:moveTo>
                    <a:pt x="1459483" y="1284939"/>
                  </a:moveTo>
                  <a:lnTo>
                    <a:pt x="1449274" y="1287560"/>
                  </a:lnTo>
                  <a:lnTo>
                    <a:pt x="1446204" y="1292752"/>
                  </a:lnTo>
                  <a:lnTo>
                    <a:pt x="1448821" y="1302942"/>
                  </a:lnTo>
                  <a:lnTo>
                    <a:pt x="1454011" y="1306012"/>
                  </a:lnTo>
                  <a:lnTo>
                    <a:pt x="1464221" y="1303390"/>
                  </a:lnTo>
                  <a:lnTo>
                    <a:pt x="1467290" y="1298199"/>
                  </a:lnTo>
                  <a:lnTo>
                    <a:pt x="1464674" y="1288008"/>
                  </a:lnTo>
                  <a:lnTo>
                    <a:pt x="1459483" y="1284939"/>
                  </a:lnTo>
                  <a:close/>
                </a:path>
                <a:path w="1771650" h="1315085">
                  <a:moveTo>
                    <a:pt x="1422970" y="1291652"/>
                  </a:moveTo>
                  <a:lnTo>
                    <a:pt x="1412551" y="1293238"/>
                  </a:lnTo>
                  <a:lnTo>
                    <a:pt x="1408977" y="1298097"/>
                  </a:lnTo>
                  <a:lnTo>
                    <a:pt x="1410561" y="1308498"/>
                  </a:lnTo>
                  <a:lnTo>
                    <a:pt x="1415418" y="1312071"/>
                  </a:lnTo>
                  <a:lnTo>
                    <a:pt x="1425839" y="1310485"/>
                  </a:lnTo>
                  <a:lnTo>
                    <a:pt x="1429412" y="1305627"/>
                  </a:lnTo>
                  <a:lnTo>
                    <a:pt x="1427827" y="1295226"/>
                  </a:lnTo>
                  <a:lnTo>
                    <a:pt x="1422970" y="1291652"/>
                  </a:lnTo>
                  <a:close/>
                </a:path>
                <a:path w="1771650" h="1315085">
                  <a:moveTo>
                    <a:pt x="1385963" y="1294753"/>
                  </a:moveTo>
                  <a:lnTo>
                    <a:pt x="1375437" y="1295308"/>
                  </a:lnTo>
                  <a:lnTo>
                    <a:pt x="1371403" y="1299790"/>
                  </a:lnTo>
                  <a:lnTo>
                    <a:pt x="1371904" y="1309295"/>
                  </a:lnTo>
                  <a:lnTo>
                    <a:pt x="1371956" y="1310297"/>
                  </a:lnTo>
                  <a:lnTo>
                    <a:pt x="1376438" y="1314331"/>
                  </a:lnTo>
                  <a:lnTo>
                    <a:pt x="1386964" y="1313778"/>
                  </a:lnTo>
                  <a:lnTo>
                    <a:pt x="1390999" y="1309295"/>
                  </a:lnTo>
                  <a:lnTo>
                    <a:pt x="1390498" y="1299790"/>
                  </a:lnTo>
                  <a:lnTo>
                    <a:pt x="1390445" y="1298788"/>
                  </a:lnTo>
                  <a:lnTo>
                    <a:pt x="1385963" y="1294753"/>
                  </a:lnTo>
                  <a:close/>
                </a:path>
                <a:path w="1771650" h="1315085">
                  <a:moveTo>
                    <a:pt x="1348364" y="1295491"/>
                  </a:moveTo>
                  <a:lnTo>
                    <a:pt x="1337824" y="1295491"/>
                  </a:lnTo>
                  <a:lnTo>
                    <a:pt x="1333559" y="1299756"/>
                  </a:lnTo>
                  <a:lnTo>
                    <a:pt x="1333559" y="1310276"/>
                  </a:lnTo>
                  <a:lnTo>
                    <a:pt x="1337824" y="1314541"/>
                  </a:lnTo>
                  <a:lnTo>
                    <a:pt x="1348364" y="1314541"/>
                  </a:lnTo>
                  <a:lnTo>
                    <a:pt x="1352628" y="1310276"/>
                  </a:lnTo>
                  <a:lnTo>
                    <a:pt x="1352628" y="1299756"/>
                  </a:lnTo>
                  <a:lnTo>
                    <a:pt x="1348364" y="1295491"/>
                  </a:lnTo>
                  <a:close/>
                </a:path>
                <a:path w="1771650" h="1315085">
                  <a:moveTo>
                    <a:pt x="1310245" y="1295491"/>
                  </a:moveTo>
                  <a:lnTo>
                    <a:pt x="1299705" y="1295491"/>
                  </a:lnTo>
                  <a:lnTo>
                    <a:pt x="1295440" y="1299756"/>
                  </a:lnTo>
                  <a:lnTo>
                    <a:pt x="1295440" y="1310276"/>
                  </a:lnTo>
                  <a:lnTo>
                    <a:pt x="1299705" y="1314541"/>
                  </a:lnTo>
                  <a:lnTo>
                    <a:pt x="1310245" y="1314541"/>
                  </a:lnTo>
                  <a:lnTo>
                    <a:pt x="1314509" y="1310276"/>
                  </a:lnTo>
                  <a:lnTo>
                    <a:pt x="1314509" y="1299756"/>
                  </a:lnTo>
                  <a:lnTo>
                    <a:pt x="1310245" y="1295491"/>
                  </a:lnTo>
                  <a:close/>
                </a:path>
                <a:path w="1771650" h="1315085">
                  <a:moveTo>
                    <a:pt x="1272125" y="1295491"/>
                  </a:moveTo>
                  <a:lnTo>
                    <a:pt x="1261586" y="1295491"/>
                  </a:lnTo>
                  <a:lnTo>
                    <a:pt x="1257321" y="1299756"/>
                  </a:lnTo>
                  <a:lnTo>
                    <a:pt x="1257321" y="1310276"/>
                  </a:lnTo>
                  <a:lnTo>
                    <a:pt x="1261586" y="1314541"/>
                  </a:lnTo>
                  <a:lnTo>
                    <a:pt x="1272125" y="1314541"/>
                  </a:lnTo>
                  <a:lnTo>
                    <a:pt x="1276390" y="1310276"/>
                  </a:lnTo>
                  <a:lnTo>
                    <a:pt x="1276390" y="1299756"/>
                  </a:lnTo>
                  <a:lnTo>
                    <a:pt x="1272125" y="1295491"/>
                  </a:lnTo>
                  <a:close/>
                </a:path>
                <a:path w="1771650" h="1315085">
                  <a:moveTo>
                    <a:pt x="1234006" y="1295491"/>
                  </a:moveTo>
                  <a:lnTo>
                    <a:pt x="1223467" y="1295491"/>
                  </a:lnTo>
                  <a:lnTo>
                    <a:pt x="1219202" y="1299756"/>
                  </a:lnTo>
                  <a:lnTo>
                    <a:pt x="1219202" y="1310276"/>
                  </a:lnTo>
                  <a:lnTo>
                    <a:pt x="1223467" y="1314541"/>
                  </a:lnTo>
                  <a:lnTo>
                    <a:pt x="1234006" y="1314541"/>
                  </a:lnTo>
                  <a:lnTo>
                    <a:pt x="1238271" y="1310276"/>
                  </a:lnTo>
                  <a:lnTo>
                    <a:pt x="1238271" y="1299756"/>
                  </a:lnTo>
                  <a:lnTo>
                    <a:pt x="1234006" y="1295491"/>
                  </a:lnTo>
                  <a:close/>
                </a:path>
                <a:path w="1771650" h="1315085">
                  <a:moveTo>
                    <a:pt x="1195887" y="1295491"/>
                  </a:moveTo>
                  <a:lnTo>
                    <a:pt x="1185348" y="1295491"/>
                  </a:lnTo>
                  <a:lnTo>
                    <a:pt x="1181083" y="1299756"/>
                  </a:lnTo>
                  <a:lnTo>
                    <a:pt x="1181083" y="1310276"/>
                  </a:lnTo>
                  <a:lnTo>
                    <a:pt x="1185348" y="1314541"/>
                  </a:lnTo>
                  <a:lnTo>
                    <a:pt x="1195887" y="1314541"/>
                  </a:lnTo>
                  <a:lnTo>
                    <a:pt x="1200152" y="1310276"/>
                  </a:lnTo>
                  <a:lnTo>
                    <a:pt x="1200152" y="1299756"/>
                  </a:lnTo>
                  <a:lnTo>
                    <a:pt x="1195887" y="1295491"/>
                  </a:lnTo>
                  <a:close/>
                </a:path>
                <a:path w="1771650" h="1315085">
                  <a:moveTo>
                    <a:pt x="1157768" y="1295491"/>
                  </a:moveTo>
                  <a:lnTo>
                    <a:pt x="1147229" y="1295491"/>
                  </a:lnTo>
                  <a:lnTo>
                    <a:pt x="1142964" y="1299756"/>
                  </a:lnTo>
                  <a:lnTo>
                    <a:pt x="1142964" y="1310276"/>
                  </a:lnTo>
                  <a:lnTo>
                    <a:pt x="1147229" y="1314541"/>
                  </a:lnTo>
                  <a:lnTo>
                    <a:pt x="1157768" y="1314541"/>
                  </a:lnTo>
                  <a:lnTo>
                    <a:pt x="1162033" y="1310276"/>
                  </a:lnTo>
                  <a:lnTo>
                    <a:pt x="1162033" y="1299756"/>
                  </a:lnTo>
                  <a:lnTo>
                    <a:pt x="1157768" y="1295491"/>
                  </a:lnTo>
                  <a:close/>
                </a:path>
                <a:path w="1771650" h="1315085">
                  <a:moveTo>
                    <a:pt x="1119649" y="1295491"/>
                  </a:moveTo>
                  <a:lnTo>
                    <a:pt x="1109110" y="1295491"/>
                  </a:lnTo>
                  <a:lnTo>
                    <a:pt x="1104845" y="1299756"/>
                  </a:lnTo>
                  <a:lnTo>
                    <a:pt x="1104845" y="1310276"/>
                  </a:lnTo>
                  <a:lnTo>
                    <a:pt x="1109110" y="1314541"/>
                  </a:lnTo>
                  <a:lnTo>
                    <a:pt x="1119649" y="1314541"/>
                  </a:lnTo>
                  <a:lnTo>
                    <a:pt x="1123914" y="1310276"/>
                  </a:lnTo>
                  <a:lnTo>
                    <a:pt x="1123914" y="1299756"/>
                  </a:lnTo>
                  <a:lnTo>
                    <a:pt x="1119649" y="1295491"/>
                  </a:lnTo>
                  <a:close/>
                </a:path>
                <a:path w="1771650" h="1315085">
                  <a:moveTo>
                    <a:pt x="1081530" y="1295491"/>
                  </a:moveTo>
                  <a:lnTo>
                    <a:pt x="1070991" y="1295491"/>
                  </a:lnTo>
                  <a:lnTo>
                    <a:pt x="1066726" y="1299756"/>
                  </a:lnTo>
                  <a:lnTo>
                    <a:pt x="1066726" y="1310276"/>
                  </a:lnTo>
                  <a:lnTo>
                    <a:pt x="1070991" y="1314541"/>
                  </a:lnTo>
                  <a:lnTo>
                    <a:pt x="1081530" y="1314541"/>
                  </a:lnTo>
                  <a:lnTo>
                    <a:pt x="1085795" y="1310276"/>
                  </a:lnTo>
                  <a:lnTo>
                    <a:pt x="1085795" y="1299756"/>
                  </a:lnTo>
                  <a:lnTo>
                    <a:pt x="1081530" y="1295491"/>
                  </a:lnTo>
                  <a:close/>
                </a:path>
                <a:path w="1771650" h="1315085">
                  <a:moveTo>
                    <a:pt x="1043411" y="1295491"/>
                  </a:moveTo>
                  <a:lnTo>
                    <a:pt x="1032871" y="1295491"/>
                  </a:lnTo>
                  <a:lnTo>
                    <a:pt x="1028607" y="1299756"/>
                  </a:lnTo>
                  <a:lnTo>
                    <a:pt x="1028607" y="1310276"/>
                  </a:lnTo>
                  <a:lnTo>
                    <a:pt x="1032871" y="1314541"/>
                  </a:lnTo>
                  <a:lnTo>
                    <a:pt x="1043411" y="1314541"/>
                  </a:lnTo>
                  <a:lnTo>
                    <a:pt x="1047676" y="1310276"/>
                  </a:lnTo>
                  <a:lnTo>
                    <a:pt x="1047676" y="1299756"/>
                  </a:lnTo>
                  <a:lnTo>
                    <a:pt x="1043411" y="1295491"/>
                  </a:lnTo>
                  <a:close/>
                </a:path>
                <a:path w="1771650" h="1315085">
                  <a:moveTo>
                    <a:pt x="1005292" y="1295491"/>
                  </a:moveTo>
                  <a:lnTo>
                    <a:pt x="994752" y="1295491"/>
                  </a:lnTo>
                  <a:lnTo>
                    <a:pt x="990488" y="1299756"/>
                  </a:lnTo>
                  <a:lnTo>
                    <a:pt x="990488" y="1310276"/>
                  </a:lnTo>
                  <a:lnTo>
                    <a:pt x="994752" y="1314541"/>
                  </a:lnTo>
                  <a:lnTo>
                    <a:pt x="1005292" y="1314541"/>
                  </a:lnTo>
                  <a:lnTo>
                    <a:pt x="1009557" y="1310276"/>
                  </a:lnTo>
                  <a:lnTo>
                    <a:pt x="1009557" y="1299756"/>
                  </a:lnTo>
                  <a:lnTo>
                    <a:pt x="1005292" y="1295491"/>
                  </a:lnTo>
                  <a:close/>
                </a:path>
                <a:path w="1771650" h="1315085">
                  <a:moveTo>
                    <a:pt x="967173" y="1295491"/>
                  </a:moveTo>
                  <a:lnTo>
                    <a:pt x="956633" y="1295491"/>
                  </a:lnTo>
                  <a:lnTo>
                    <a:pt x="952369" y="1299756"/>
                  </a:lnTo>
                  <a:lnTo>
                    <a:pt x="952369" y="1310276"/>
                  </a:lnTo>
                  <a:lnTo>
                    <a:pt x="956633" y="1314541"/>
                  </a:lnTo>
                  <a:lnTo>
                    <a:pt x="967173" y="1314541"/>
                  </a:lnTo>
                  <a:lnTo>
                    <a:pt x="971438" y="1310276"/>
                  </a:lnTo>
                  <a:lnTo>
                    <a:pt x="971438" y="1299756"/>
                  </a:lnTo>
                  <a:lnTo>
                    <a:pt x="967173" y="1295491"/>
                  </a:lnTo>
                  <a:close/>
                </a:path>
                <a:path w="1771650" h="1315085">
                  <a:moveTo>
                    <a:pt x="929054" y="1295491"/>
                  </a:moveTo>
                  <a:lnTo>
                    <a:pt x="918514" y="1295491"/>
                  </a:lnTo>
                  <a:lnTo>
                    <a:pt x="914250" y="1299756"/>
                  </a:lnTo>
                  <a:lnTo>
                    <a:pt x="914250" y="1310276"/>
                  </a:lnTo>
                  <a:lnTo>
                    <a:pt x="918514" y="1314541"/>
                  </a:lnTo>
                  <a:lnTo>
                    <a:pt x="929054" y="1314541"/>
                  </a:lnTo>
                  <a:lnTo>
                    <a:pt x="933319" y="1310276"/>
                  </a:lnTo>
                  <a:lnTo>
                    <a:pt x="933319" y="1299756"/>
                  </a:lnTo>
                  <a:lnTo>
                    <a:pt x="929054" y="1295491"/>
                  </a:lnTo>
                  <a:close/>
                </a:path>
                <a:path w="1771650" h="1315085">
                  <a:moveTo>
                    <a:pt x="890935" y="1295491"/>
                  </a:moveTo>
                  <a:lnTo>
                    <a:pt x="880395" y="1295491"/>
                  </a:lnTo>
                  <a:lnTo>
                    <a:pt x="876131" y="1299756"/>
                  </a:lnTo>
                  <a:lnTo>
                    <a:pt x="876131" y="1310276"/>
                  </a:lnTo>
                  <a:lnTo>
                    <a:pt x="880395" y="1314541"/>
                  </a:lnTo>
                  <a:lnTo>
                    <a:pt x="890935" y="1314541"/>
                  </a:lnTo>
                  <a:lnTo>
                    <a:pt x="895200" y="1310276"/>
                  </a:lnTo>
                  <a:lnTo>
                    <a:pt x="895200" y="1299756"/>
                  </a:lnTo>
                  <a:lnTo>
                    <a:pt x="890935" y="1295491"/>
                  </a:lnTo>
                  <a:close/>
                </a:path>
                <a:path w="1771650" h="1315085">
                  <a:moveTo>
                    <a:pt x="852816" y="1295491"/>
                  </a:moveTo>
                  <a:lnTo>
                    <a:pt x="842276" y="1295491"/>
                  </a:lnTo>
                  <a:lnTo>
                    <a:pt x="838012" y="1299756"/>
                  </a:lnTo>
                  <a:lnTo>
                    <a:pt x="838012" y="1310276"/>
                  </a:lnTo>
                  <a:lnTo>
                    <a:pt x="842276" y="1314541"/>
                  </a:lnTo>
                  <a:lnTo>
                    <a:pt x="852816" y="1314541"/>
                  </a:lnTo>
                  <a:lnTo>
                    <a:pt x="857081" y="1310276"/>
                  </a:lnTo>
                  <a:lnTo>
                    <a:pt x="857081" y="1299756"/>
                  </a:lnTo>
                  <a:lnTo>
                    <a:pt x="852816" y="1295491"/>
                  </a:lnTo>
                  <a:close/>
                </a:path>
                <a:path w="1771650" h="1315085">
                  <a:moveTo>
                    <a:pt x="814697" y="1295491"/>
                  </a:moveTo>
                  <a:lnTo>
                    <a:pt x="804157" y="1295491"/>
                  </a:lnTo>
                  <a:lnTo>
                    <a:pt x="799892" y="1299756"/>
                  </a:lnTo>
                  <a:lnTo>
                    <a:pt x="799892" y="1310276"/>
                  </a:lnTo>
                  <a:lnTo>
                    <a:pt x="804157" y="1314541"/>
                  </a:lnTo>
                  <a:lnTo>
                    <a:pt x="814697" y="1314541"/>
                  </a:lnTo>
                  <a:lnTo>
                    <a:pt x="818962" y="1310276"/>
                  </a:lnTo>
                  <a:lnTo>
                    <a:pt x="818962" y="1299756"/>
                  </a:lnTo>
                  <a:lnTo>
                    <a:pt x="814697" y="1295491"/>
                  </a:lnTo>
                  <a:close/>
                </a:path>
                <a:path w="1771650" h="1315085">
                  <a:moveTo>
                    <a:pt x="776578" y="1295491"/>
                  </a:moveTo>
                  <a:lnTo>
                    <a:pt x="766038" y="1295491"/>
                  </a:lnTo>
                  <a:lnTo>
                    <a:pt x="761773" y="1299756"/>
                  </a:lnTo>
                  <a:lnTo>
                    <a:pt x="761773" y="1310276"/>
                  </a:lnTo>
                  <a:lnTo>
                    <a:pt x="766038" y="1314541"/>
                  </a:lnTo>
                  <a:lnTo>
                    <a:pt x="776578" y="1314541"/>
                  </a:lnTo>
                  <a:lnTo>
                    <a:pt x="780842" y="1310276"/>
                  </a:lnTo>
                  <a:lnTo>
                    <a:pt x="780842" y="1299756"/>
                  </a:lnTo>
                  <a:lnTo>
                    <a:pt x="776578" y="1295491"/>
                  </a:lnTo>
                  <a:close/>
                </a:path>
                <a:path w="1771650" h="1315085">
                  <a:moveTo>
                    <a:pt x="738459" y="1295491"/>
                  </a:moveTo>
                  <a:lnTo>
                    <a:pt x="727919" y="1295491"/>
                  </a:lnTo>
                  <a:lnTo>
                    <a:pt x="723654" y="1299756"/>
                  </a:lnTo>
                  <a:lnTo>
                    <a:pt x="723654" y="1310276"/>
                  </a:lnTo>
                  <a:lnTo>
                    <a:pt x="727919" y="1314541"/>
                  </a:lnTo>
                  <a:lnTo>
                    <a:pt x="738459" y="1314541"/>
                  </a:lnTo>
                  <a:lnTo>
                    <a:pt x="742723" y="1310276"/>
                  </a:lnTo>
                  <a:lnTo>
                    <a:pt x="742723" y="1299756"/>
                  </a:lnTo>
                  <a:lnTo>
                    <a:pt x="738459" y="1295491"/>
                  </a:lnTo>
                  <a:close/>
                </a:path>
                <a:path w="1771650" h="1315085">
                  <a:moveTo>
                    <a:pt x="700340" y="1295491"/>
                  </a:moveTo>
                  <a:lnTo>
                    <a:pt x="689800" y="1295491"/>
                  </a:lnTo>
                  <a:lnTo>
                    <a:pt x="685535" y="1299756"/>
                  </a:lnTo>
                  <a:lnTo>
                    <a:pt x="685535" y="1310276"/>
                  </a:lnTo>
                  <a:lnTo>
                    <a:pt x="689800" y="1314541"/>
                  </a:lnTo>
                  <a:lnTo>
                    <a:pt x="700340" y="1314541"/>
                  </a:lnTo>
                  <a:lnTo>
                    <a:pt x="704604" y="1310276"/>
                  </a:lnTo>
                  <a:lnTo>
                    <a:pt x="704604" y="1299756"/>
                  </a:lnTo>
                  <a:lnTo>
                    <a:pt x="700340" y="1295491"/>
                  </a:lnTo>
                  <a:close/>
                </a:path>
                <a:path w="1771650" h="1315085">
                  <a:moveTo>
                    <a:pt x="662221" y="1295491"/>
                  </a:moveTo>
                  <a:lnTo>
                    <a:pt x="651681" y="1295491"/>
                  </a:lnTo>
                  <a:lnTo>
                    <a:pt x="647416" y="1299756"/>
                  </a:lnTo>
                  <a:lnTo>
                    <a:pt x="647416" y="1310276"/>
                  </a:lnTo>
                  <a:lnTo>
                    <a:pt x="651681" y="1314541"/>
                  </a:lnTo>
                  <a:lnTo>
                    <a:pt x="662221" y="1314541"/>
                  </a:lnTo>
                  <a:lnTo>
                    <a:pt x="666485" y="1310276"/>
                  </a:lnTo>
                  <a:lnTo>
                    <a:pt x="666485" y="1299756"/>
                  </a:lnTo>
                  <a:lnTo>
                    <a:pt x="662221" y="1295491"/>
                  </a:lnTo>
                  <a:close/>
                </a:path>
                <a:path w="1771650" h="1315085">
                  <a:moveTo>
                    <a:pt x="624102" y="1295491"/>
                  </a:moveTo>
                  <a:lnTo>
                    <a:pt x="613562" y="1295491"/>
                  </a:lnTo>
                  <a:lnTo>
                    <a:pt x="609297" y="1299756"/>
                  </a:lnTo>
                  <a:lnTo>
                    <a:pt x="609297" y="1310276"/>
                  </a:lnTo>
                  <a:lnTo>
                    <a:pt x="613562" y="1314541"/>
                  </a:lnTo>
                  <a:lnTo>
                    <a:pt x="624102" y="1314541"/>
                  </a:lnTo>
                  <a:lnTo>
                    <a:pt x="628366" y="1310276"/>
                  </a:lnTo>
                  <a:lnTo>
                    <a:pt x="628366" y="1299756"/>
                  </a:lnTo>
                  <a:lnTo>
                    <a:pt x="624102" y="1295491"/>
                  </a:lnTo>
                  <a:close/>
                </a:path>
                <a:path w="1771650" h="1315085">
                  <a:moveTo>
                    <a:pt x="585983" y="1295491"/>
                  </a:moveTo>
                  <a:lnTo>
                    <a:pt x="575443" y="1295491"/>
                  </a:lnTo>
                  <a:lnTo>
                    <a:pt x="571178" y="1299756"/>
                  </a:lnTo>
                  <a:lnTo>
                    <a:pt x="571178" y="1310276"/>
                  </a:lnTo>
                  <a:lnTo>
                    <a:pt x="575443" y="1314541"/>
                  </a:lnTo>
                  <a:lnTo>
                    <a:pt x="585983" y="1314541"/>
                  </a:lnTo>
                  <a:lnTo>
                    <a:pt x="590247" y="1310276"/>
                  </a:lnTo>
                  <a:lnTo>
                    <a:pt x="590247" y="1299756"/>
                  </a:lnTo>
                  <a:lnTo>
                    <a:pt x="585983" y="1295491"/>
                  </a:lnTo>
                  <a:close/>
                </a:path>
                <a:path w="1771650" h="1315085">
                  <a:moveTo>
                    <a:pt x="547864" y="1295491"/>
                  </a:moveTo>
                  <a:lnTo>
                    <a:pt x="537324" y="1295491"/>
                  </a:lnTo>
                  <a:lnTo>
                    <a:pt x="533059" y="1299756"/>
                  </a:lnTo>
                  <a:lnTo>
                    <a:pt x="533059" y="1310276"/>
                  </a:lnTo>
                  <a:lnTo>
                    <a:pt x="537324" y="1314541"/>
                  </a:lnTo>
                  <a:lnTo>
                    <a:pt x="547864" y="1314541"/>
                  </a:lnTo>
                  <a:lnTo>
                    <a:pt x="552128" y="1310276"/>
                  </a:lnTo>
                  <a:lnTo>
                    <a:pt x="552128" y="1299756"/>
                  </a:lnTo>
                  <a:lnTo>
                    <a:pt x="547864" y="1295491"/>
                  </a:lnTo>
                  <a:close/>
                </a:path>
                <a:path w="1771650" h="1315085">
                  <a:moveTo>
                    <a:pt x="509744" y="1295491"/>
                  </a:moveTo>
                  <a:lnTo>
                    <a:pt x="499205" y="1295491"/>
                  </a:lnTo>
                  <a:lnTo>
                    <a:pt x="494940" y="1299756"/>
                  </a:lnTo>
                  <a:lnTo>
                    <a:pt x="494940" y="1310276"/>
                  </a:lnTo>
                  <a:lnTo>
                    <a:pt x="499205" y="1314541"/>
                  </a:lnTo>
                  <a:lnTo>
                    <a:pt x="509744" y="1314541"/>
                  </a:lnTo>
                  <a:lnTo>
                    <a:pt x="514009" y="1310276"/>
                  </a:lnTo>
                  <a:lnTo>
                    <a:pt x="514009" y="1299756"/>
                  </a:lnTo>
                  <a:lnTo>
                    <a:pt x="509744" y="1295491"/>
                  </a:lnTo>
                  <a:close/>
                </a:path>
                <a:path w="1771650" h="1315085">
                  <a:moveTo>
                    <a:pt x="471625" y="1295491"/>
                  </a:moveTo>
                  <a:lnTo>
                    <a:pt x="461086" y="1295491"/>
                  </a:lnTo>
                  <a:lnTo>
                    <a:pt x="456821" y="1299756"/>
                  </a:lnTo>
                  <a:lnTo>
                    <a:pt x="456821" y="1310276"/>
                  </a:lnTo>
                  <a:lnTo>
                    <a:pt x="461086" y="1314541"/>
                  </a:lnTo>
                  <a:lnTo>
                    <a:pt x="471625" y="1314541"/>
                  </a:lnTo>
                  <a:lnTo>
                    <a:pt x="475890" y="1310276"/>
                  </a:lnTo>
                  <a:lnTo>
                    <a:pt x="475890" y="1299756"/>
                  </a:lnTo>
                  <a:lnTo>
                    <a:pt x="471625" y="1295491"/>
                  </a:lnTo>
                  <a:close/>
                </a:path>
                <a:path w="1771650" h="1315085">
                  <a:moveTo>
                    <a:pt x="433506" y="1295491"/>
                  </a:moveTo>
                  <a:lnTo>
                    <a:pt x="422967" y="1295491"/>
                  </a:lnTo>
                  <a:lnTo>
                    <a:pt x="418702" y="1299756"/>
                  </a:lnTo>
                  <a:lnTo>
                    <a:pt x="418702" y="1310276"/>
                  </a:lnTo>
                  <a:lnTo>
                    <a:pt x="422967" y="1314541"/>
                  </a:lnTo>
                  <a:lnTo>
                    <a:pt x="433506" y="1314541"/>
                  </a:lnTo>
                  <a:lnTo>
                    <a:pt x="437771" y="1310276"/>
                  </a:lnTo>
                  <a:lnTo>
                    <a:pt x="437771" y="1299756"/>
                  </a:lnTo>
                  <a:lnTo>
                    <a:pt x="433506" y="1295491"/>
                  </a:lnTo>
                  <a:close/>
                </a:path>
                <a:path w="1771650" h="1315085">
                  <a:moveTo>
                    <a:pt x="385367" y="1294738"/>
                  </a:moveTo>
                  <a:lnTo>
                    <a:pt x="380884" y="1298773"/>
                  </a:lnTo>
                  <a:lnTo>
                    <a:pt x="380331" y="1309279"/>
                  </a:lnTo>
                  <a:lnTo>
                    <a:pt x="384368" y="1313762"/>
                  </a:lnTo>
                  <a:lnTo>
                    <a:pt x="394892" y="1314315"/>
                  </a:lnTo>
                  <a:lnTo>
                    <a:pt x="399375" y="1310280"/>
                  </a:lnTo>
                  <a:lnTo>
                    <a:pt x="399926" y="1299773"/>
                  </a:lnTo>
                  <a:lnTo>
                    <a:pt x="395892" y="1295292"/>
                  </a:lnTo>
                  <a:lnTo>
                    <a:pt x="385367" y="1294738"/>
                  </a:lnTo>
                  <a:close/>
                </a:path>
                <a:path w="1771650" h="1315085">
                  <a:moveTo>
                    <a:pt x="348366" y="1291602"/>
                  </a:moveTo>
                  <a:lnTo>
                    <a:pt x="343507" y="1295175"/>
                  </a:lnTo>
                  <a:lnTo>
                    <a:pt x="341920" y="1305576"/>
                  </a:lnTo>
                  <a:lnTo>
                    <a:pt x="345493" y="1310435"/>
                  </a:lnTo>
                  <a:lnTo>
                    <a:pt x="355912" y="1312024"/>
                  </a:lnTo>
                  <a:lnTo>
                    <a:pt x="360771" y="1308451"/>
                  </a:lnTo>
                  <a:lnTo>
                    <a:pt x="362358" y="1298051"/>
                  </a:lnTo>
                  <a:lnTo>
                    <a:pt x="358786" y="1293192"/>
                  </a:lnTo>
                  <a:lnTo>
                    <a:pt x="348366" y="1291602"/>
                  </a:lnTo>
                  <a:close/>
                </a:path>
                <a:path w="1771650" h="1315085">
                  <a:moveTo>
                    <a:pt x="311866" y="1284857"/>
                  </a:moveTo>
                  <a:lnTo>
                    <a:pt x="306671" y="1287923"/>
                  </a:lnTo>
                  <a:lnTo>
                    <a:pt x="304048" y="1298111"/>
                  </a:lnTo>
                  <a:lnTo>
                    <a:pt x="307113" y="1303305"/>
                  </a:lnTo>
                  <a:lnTo>
                    <a:pt x="317319" y="1305934"/>
                  </a:lnTo>
                  <a:lnTo>
                    <a:pt x="322513" y="1302868"/>
                  </a:lnTo>
                  <a:lnTo>
                    <a:pt x="325139" y="1292680"/>
                  </a:lnTo>
                  <a:lnTo>
                    <a:pt x="322073" y="1287486"/>
                  </a:lnTo>
                  <a:lnTo>
                    <a:pt x="311866" y="1284857"/>
                  </a:lnTo>
                  <a:close/>
                </a:path>
                <a:path w="1771650" h="1315085">
                  <a:moveTo>
                    <a:pt x="276162" y="1274555"/>
                  </a:moveTo>
                  <a:lnTo>
                    <a:pt x="270696" y="1277105"/>
                  </a:lnTo>
                  <a:lnTo>
                    <a:pt x="267101" y="1286993"/>
                  </a:lnTo>
                  <a:lnTo>
                    <a:pt x="269651" y="1292458"/>
                  </a:lnTo>
                  <a:lnTo>
                    <a:pt x="279557" y="1296060"/>
                  </a:lnTo>
                  <a:lnTo>
                    <a:pt x="285022" y="1293510"/>
                  </a:lnTo>
                  <a:lnTo>
                    <a:pt x="288617" y="1283623"/>
                  </a:lnTo>
                  <a:lnTo>
                    <a:pt x="286067" y="1278157"/>
                  </a:lnTo>
                  <a:lnTo>
                    <a:pt x="276162" y="1274555"/>
                  </a:lnTo>
                  <a:close/>
                </a:path>
                <a:path w="1771650" h="1315085">
                  <a:moveTo>
                    <a:pt x="241678" y="1260777"/>
                  </a:moveTo>
                  <a:lnTo>
                    <a:pt x="235987" y="1262772"/>
                  </a:lnTo>
                  <a:lnTo>
                    <a:pt x="231428" y="1272252"/>
                  </a:lnTo>
                  <a:lnTo>
                    <a:pt x="233423" y="1277945"/>
                  </a:lnTo>
                  <a:lnTo>
                    <a:pt x="242921" y="1282513"/>
                  </a:lnTo>
                  <a:lnTo>
                    <a:pt x="248613" y="1280518"/>
                  </a:lnTo>
                  <a:lnTo>
                    <a:pt x="253173" y="1271036"/>
                  </a:lnTo>
                  <a:lnTo>
                    <a:pt x="251178" y="1265344"/>
                  </a:lnTo>
                  <a:lnTo>
                    <a:pt x="241678" y="1260777"/>
                  </a:lnTo>
                  <a:close/>
                </a:path>
                <a:path w="1771650" h="1315085">
                  <a:moveTo>
                    <a:pt x="208691" y="1243672"/>
                  </a:moveTo>
                  <a:lnTo>
                    <a:pt x="202834" y="1245108"/>
                  </a:lnTo>
                  <a:lnTo>
                    <a:pt x="197377" y="1254103"/>
                  </a:lnTo>
                  <a:lnTo>
                    <a:pt x="198812" y="1259960"/>
                  </a:lnTo>
                  <a:lnTo>
                    <a:pt x="207824" y="1265426"/>
                  </a:lnTo>
                  <a:lnTo>
                    <a:pt x="213682" y="1263992"/>
                  </a:lnTo>
                  <a:lnTo>
                    <a:pt x="219138" y="1254996"/>
                  </a:lnTo>
                  <a:lnTo>
                    <a:pt x="217703" y="1249138"/>
                  </a:lnTo>
                  <a:lnTo>
                    <a:pt x="208691" y="1243672"/>
                  </a:lnTo>
                  <a:close/>
                </a:path>
                <a:path w="1771650" h="1315085">
                  <a:moveTo>
                    <a:pt x="177523" y="1223420"/>
                  </a:moveTo>
                  <a:lnTo>
                    <a:pt x="171555" y="1224288"/>
                  </a:lnTo>
                  <a:lnTo>
                    <a:pt x="165265" y="1232721"/>
                  </a:lnTo>
                  <a:lnTo>
                    <a:pt x="166133" y="1238689"/>
                  </a:lnTo>
                  <a:lnTo>
                    <a:pt x="174581" y="1244992"/>
                  </a:lnTo>
                  <a:lnTo>
                    <a:pt x="180549" y="1244123"/>
                  </a:lnTo>
                  <a:lnTo>
                    <a:pt x="186839" y="1235689"/>
                  </a:lnTo>
                  <a:lnTo>
                    <a:pt x="185972" y="1229721"/>
                  </a:lnTo>
                  <a:lnTo>
                    <a:pt x="177523" y="1223420"/>
                  </a:lnTo>
                  <a:close/>
                </a:path>
                <a:path w="1771650" h="1315085">
                  <a:moveTo>
                    <a:pt x="148516" y="1200235"/>
                  </a:moveTo>
                  <a:lnTo>
                    <a:pt x="142491" y="1200508"/>
                  </a:lnTo>
                  <a:lnTo>
                    <a:pt x="135395" y="1208275"/>
                  </a:lnTo>
                  <a:lnTo>
                    <a:pt x="135625" y="1213369"/>
                  </a:lnTo>
                  <a:lnTo>
                    <a:pt x="135667" y="1214300"/>
                  </a:lnTo>
                  <a:lnTo>
                    <a:pt x="143450" y="1221408"/>
                  </a:lnTo>
                  <a:lnTo>
                    <a:pt x="149475" y="1221136"/>
                  </a:lnTo>
                  <a:lnTo>
                    <a:pt x="156570" y="1213369"/>
                  </a:lnTo>
                  <a:lnTo>
                    <a:pt x="156340" y="1208275"/>
                  </a:lnTo>
                  <a:lnTo>
                    <a:pt x="156298" y="1207344"/>
                  </a:lnTo>
                  <a:lnTo>
                    <a:pt x="148516" y="1200235"/>
                  </a:lnTo>
                  <a:close/>
                </a:path>
                <a:path w="1771650" h="1315085">
                  <a:moveTo>
                    <a:pt x="115817" y="1174034"/>
                  </a:moveTo>
                  <a:lnTo>
                    <a:pt x="108024" y="1181103"/>
                  </a:lnTo>
                  <a:lnTo>
                    <a:pt x="107731" y="1187127"/>
                  </a:lnTo>
                  <a:lnTo>
                    <a:pt x="114813" y="1194934"/>
                  </a:lnTo>
                  <a:lnTo>
                    <a:pt x="120836" y="1195227"/>
                  </a:lnTo>
                  <a:lnTo>
                    <a:pt x="128629" y="1188158"/>
                  </a:lnTo>
                  <a:lnTo>
                    <a:pt x="128922" y="1182135"/>
                  </a:lnTo>
                  <a:lnTo>
                    <a:pt x="121841" y="1174328"/>
                  </a:lnTo>
                  <a:lnTo>
                    <a:pt x="115817" y="1174034"/>
                  </a:lnTo>
                  <a:close/>
                </a:path>
                <a:path w="1771650" h="1315085">
                  <a:moveTo>
                    <a:pt x="91845" y="1145096"/>
                  </a:moveTo>
                  <a:lnTo>
                    <a:pt x="83419" y="1151398"/>
                  </a:lnTo>
                  <a:lnTo>
                    <a:pt x="82558" y="1157367"/>
                  </a:lnTo>
                  <a:lnTo>
                    <a:pt x="88872" y="1165807"/>
                  </a:lnTo>
                  <a:lnTo>
                    <a:pt x="94841" y="1166668"/>
                  </a:lnTo>
                  <a:lnTo>
                    <a:pt x="103266" y="1160367"/>
                  </a:lnTo>
                  <a:lnTo>
                    <a:pt x="104126" y="1154398"/>
                  </a:lnTo>
                  <a:lnTo>
                    <a:pt x="97814" y="1145957"/>
                  </a:lnTo>
                  <a:lnTo>
                    <a:pt x="91845" y="1145096"/>
                  </a:lnTo>
                  <a:close/>
                </a:path>
                <a:path w="1771650" h="1315085">
                  <a:moveTo>
                    <a:pt x="70805" y="1113966"/>
                  </a:moveTo>
                  <a:lnTo>
                    <a:pt x="61817" y="1119436"/>
                  </a:lnTo>
                  <a:lnTo>
                    <a:pt x="60392" y="1125296"/>
                  </a:lnTo>
                  <a:lnTo>
                    <a:pt x="65872" y="1134300"/>
                  </a:lnTo>
                  <a:lnTo>
                    <a:pt x="71732" y="1135725"/>
                  </a:lnTo>
                  <a:lnTo>
                    <a:pt x="80718" y="1130255"/>
                  </a:lnTo>
                  <a:lnTo>
                    <a:pt x="82144" y="1124395"/>
                  </a:lnTo>
                  <a:lnTo>
                    <a:pt x="76664" y="1115391"/>
                  </a:lnTo>
                  <a:lnTo>
                    <a:pt x="70805" y="1113966"/>
                  </a:lnTo>
                  <a:close/>
                </a:path>
                <a:path w="1771650" h="1315085">
                  <a:moveTo>
                    <a:pt x="52914" y="1080935"/>
                  </a:moveTo>
                  <a:lnTo>
                    <a:pt x="43439" y="1085509"/>
                  </a:lnTo>
                  <a:lnTo>
                    <a:pt x="41454" y="1091204"/>
                  </a:lnTo>
                  <a:lnTo>
                    <a:pt x="46037" y="1100696"/>
                  </a:lnTo>
                  <a:lnTo>
                    <a:pt x="51732" y="1102681"/>
                  </a:lnTo>
                  <a:lnTo>
                    <a:pt x="61206" y="1098106"/>
                  </a:lnTo>
                  <a:lnTo>
                    <a:pt x="63191" y="1092412"/>
                  </a:lnTo>
                  <a:lnTo>
                    <a:pt x="58607" y="1082920"/>
                  </a:lnTo>
                  <a:lnTo>
                    <a:pt x="52914" y="1080935"/>
                  </a:lnTo>
                  <a:close/>
                </a:path>
                <a:path w="1771650" h="1315085">
                  <a:moveTo>
                    <a:pt x="38359" y="1046316"/>
                  </a:moveTo>
                  <a:lnTo>
                    <a:pt x="28479" y="1049934"/>
                  </a:lnTo>
                  <a:lnTo>
                    <a:pt x="25942" y="1055405"/>
                  </a:lnTo>
                  <a:lnTo>
                    <a:pt x="29566" y="1065302"/>
                  </a:lnTo>
                  <a:lnTo>
                    <a:pt x="35038" y="1067840"/>
                  </a:lnTo>
                  <a:lnTo>
                    <a:pt x="44917" y="1064221"/>
                  </a:lnTo>
                  <a:lnTo>
                    <a:pt x="47454" y="1058750"/>
                  </a:lnTo>
                  <a:lnTo>
                    <a:pt x="43830" y="1048853"/>
                  </a:lnTo>
                  <a:lnTo>
                    <a:pt x="38359" y="1046316"/>
                  </a:lnTo>
                  <a:close/>
                </a:path>
                <a:path w="1771650" h="1315085">
                  <a:moveTo>
                    <a:pt x="27273" y="1010438"/>
                  </a:moveTo>
                  <a:lnTo>
                    <a:pt x="17084" y="1013061"/>
                  </a:lnTo>
                  <a:lnTo>
                    <a:pt x="14015" y="1018252"/>
                  </a:lnTo>
                  <a:lnTo>
                    <a:pt x="16643" y="1028461"/>
                  </a:lnTo>
                  <a:lnTo>
                    <a:pt x="21835" y="1031528"/>
                  </a:lnTo>
                  <a:lnTo>
                    <a:pt x="32024" y="1028905"/>
                  </a:lnTo>
                  <a:lnTo>
                    <a:pt x="35091" y="1023713"/>
                  </a:lnTo>
                  <a:lnTo>
                    <a:pt x="32465" y="1013505"/>
                  </a:lnTo>
                  <a:lnTo>
                    <a:pt x="27273" y="1010438"/>
                  </a:lnTo>
                  <a:close/>
                </a:path>
                <a:path w="1771650" h="1315085">
                  <a:moveTo>
                    <a:pt x="19765" y="973653"/>
                  </a:moveTo>
                  <a:lnTo>
                    <a:pt x="9364" y="975241"/>
                  </a:lnTo>
                  <a:lnTo>
                    <a:pt x="5792" y="980100"/>
                  </a:lnTo>
                  <a:lnTo>
                    <a:pt x="7385" y="990519"/>
                  </a:lnTo>
                  <a:lnTo>
                    <a:pt x="12244" y="994092"/>
                  </a:lnTo>
                  <a:lnTo>
                    <a:pt x="22645" y="992503"/>
                  </a:lnTo>
                  <a:lnTo>
                    <a:pt x="26216" y="987643"/>
                  </a:lnTo>
                  <a:lnTo>
                    <a:pt x="24624" y="977224"/>
                  </a:lnTo>
                  <a:lnTo>
                    <a:pt x="19765" y="973653"/>
                  </a:lnTo>
                  <a:close/>
                </a:path>
                <a:path w="1771650" h="1315085">
                  <a:moveTo>
                    <a:pt x="15882" y="936315"/>
                  </a:moveTo>
                  <a:lnTo>
                    <a:pt x="5374" y="936845"/>
                  </a:lnTo>
                  <a:lnTo>
                    <a:pt x="1330" y="941320"/>
                  </a:lnTo>
                  <a:lnTo>
                    <a:pt x="1814" y="950885"/>
                  </a:lnTo>
                  <a:lnTo>
                    <a:pt x="1863" y="951847"/>
                  </a:lnTo>
                  <a:lnTo>
                    <a:pt x="6337" y="955890"/>
                  </a:lnTo>
                  <a:lnTo>
                    <a:pt x="16845" y="955360"/>
                  </a:lnTo>
                  <a:lnTo>
                    <a:pt x="20888" y="950885"/>
                  </a:lnTo>
                  <a:lnTo>
                    <a:pt x="20405" y="941320"/>
                  </a:lnTo>
                  <a:lnTo>
                    <a:pt x="20356" y="940358"/>
                  </a:lnTo>
                  <a:lnTo>
                    <a:pt x="15882" y="936315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133600" y="3376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133600" y="3376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438400" y="3376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438400" y="3376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743200" y="3376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743200" y="3376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870193" y="3381389"/>
              <a:ext cx="788035" cy="173355"/>
            </a:xfrm>
            <a:custGeom>
              <a:avLst/>
              <a:gdLst/>
              <a:ahLst/>
              <a:cxnLst/>
              <a:rect l="l" t="t" r="r" b="b"/>
              <a:pathLst>
                <a:path w="788035" h="173354">
                  <a:moveTo>
                    <a:pt x="25390" y="122216"/>
                  </a:moveTo>
                  <a:lnTo>
                    <a:pt x="15506" y="124231"/>
                  </a:lnTo>
                  <a:lnTo>
                    <a:pt x="7180" y="129922"/>
                  </a:lnTo>
                  <a:lnTo>
                    <a:pt x="1866" y="138082"/>
                  </a:lnTo>
                  <a:lnTo>
                    <a:pt x="98" y="147137"/>
                  </a:lnTo>
                  <a:lnTo>
                    <a:pt x="0" y="147639"/>
                  </a:lnTo>
                  <a:lnTo>
                    <a:pt x="1941" y="157163"/>
                  </a:lnTo>
                  <a:lnTo>
                    <a:pt x="2014" y="157523"/>
                  </a:lnTo>
                  <a:lnTo>
                    <a:pt x="7706" y="165849"/>
                  </a:lnTo>
                  <a:lnTo>
                    <a:pt x="15865" y="171163"/>
                  </a:lnTo>
                  <a:lnTo>
                    <a:pt x="25422" y="173029"/>
                  </a:lnTo>
                  <a:lnTo>
                    <a:pt x="35306" y="171014"/>
                  </a:lnTo>
                  <a:lnTo>
                    <a:pt x="43633" y="165323"/>
                  </a:lnTo>
                  <a:lnTo>
                    <a:pt x="48946" y="157163"/>
                  </a:lnTo>
                  <a:lnTo>
                    <a:pt x="49100" y="156377"/>
                  </a:lnTo>
                  <a:lnTo>
                    <a:pt x="29159" y="156377"/>
                  </a:lnTo>
                  <a:lnTo>
                    <a:pt x="21653" y="138868"/>
                  </a:lnTo>
                  <a:lnTo>
                    <a:pt x="43252" y="129610"/>
                  </a:lnTo>
                  <a:lnTo>
                    <a:pt x="43106" y="129397"/>
                  </a:lnTo>
                  <a:lnTo>
                    <a:pt x="34947" y="124083"/>
                  </a:lnTo>
                  <a:lnTo>
                    <a:pt x="25390" y="122216"/>
                  </a:lnTo>
                  <a:close/>
                </a:path>
                <a:path w="788035" h="173354">
                  <a:moveTo>
                    <a:pt x="43252" y="129610"/>
                  </a:moveTo>
                  <a:lnTo>
                    <a:pt x="21653" y="138868"/>
                  </a:lnTo>
                  <a:lnTo>
                    <a:pt x="29159" y="156377"/>
                  </a:lnTo>
                  <a:lnTo>
                    <a:pt x="50716" y="147137"/>
                  </a:lnTo>
                  <a:lnTo>
                    <a:pt x="48870" y="138082"/>
                  </a:lnTo>
                  <a:lnTo>
                    <a:pt x="48797" y="137723"/>
                  </a:lnTo>
                  <a:lnTo>
                    <a:pt x="43252" y="129610"/>
                  </a:lnTo>
                  <a:close/>
                </a:path>
                <a:path w="788035" h="173354">
                  <a:moveTo>
                    <a:pt x="50716" y="147137"/>
                  </a:moveTo>
                  <a:lnTo>
                    <a:pt x="29159" y="156377"/>
                  </a:lnTo>
                  <a:lnTo>
                    <a:pt x="49100" y="156377"/>
                  </a:lnTo>
                  <a:lnTo>
                    <a:pt x="50806" y="147639"/>
                  </a:lnTo>
                  <a:lnTo>
                    <a:pt x="50716" y="147137"/>
                  </a:lnTo>
                  <a:close/>
                </a:path>
                <a:path w="788035" h="173354">
                  <a:moveTo>
                    <a:pt x="668026" y="104866"/>
                  </a:moveTo>
                  <a:lnTo>
                    <a:pt x="661374" y="119379"/>
                  </a:lnTo>
                  <a:lnTo>
                    <a:pt x="787406" y="149211"/>
                  </a:lnTo>
                  <a:lnTo>
                    <a:pt x="733602" y="110211"/>
                  </a:lnTo>
                  <a:lnTo>
                    <a:pt x="679471" y="110211"/>
                  </a:lnTo>
                  <a:lnTo>
                    <a:pt x="668026" y="104866"/>
                  </a:lnTo>
                  <a:close/>
                </a:path>
                <a:path w="788035" h="173354">
                  <a:moveTo>
                    <a:pt x="401136" y="0"/>
                  </a:moveTo>
                  <a:lnTo>
                    <a:pt x="349510" y="5231"/>
                  </a:lnTo>
                  <a:lnTo>
                    <a:pt x="294692" y="19022"/>
                  </a:lnTo>
                  <a:lnTo>
                    <a:pt x="239397" y="38580"/>
                  </a:lnTo>
                  <a:lnTo>
                    <a:pt x="185128" y="61583"/>
                  </a:lnTo>
                  <a:lnTo>
                    <a:pt x="133981" y="85603"/>
                  </a:lnTo>
                  <a:lnTo>
                    <a:pt x="68114" y="118037"/>
                  </a:lnTo>
                  <a:lnTo>
                    <a:pt x="50387" y="126552"/>
                  </a:lnTo>
                  <a:lnTo>
                    <a:pt x="43252" y="129610"/>
                  </a:lnTo>
                  <a:lnTo>
                    <a:pt x="48797" y="137723"/>
                  </a:lnTo>
                  <a:lnTo>
                    <a:pt x="50716" y="147137"/>
                  </a:lnTo>
                  <a:lnTo>
                    <a:pt x="57891" y="144062"/>
                  </a:lnTo>
                  <a:lnTo>
                    <a:pt x="76356" y="135211"/>
                  </a:lnTo>
                  <a:lnTo>
                    <a:pt x="142362" y="102711"/>
                  </a:lnTo>
                  <a:lnTo>
                    <a:pt x="167237" y="90810"/>
                  </a:lnTo>
                  <a:lnTo>
                    <a:pt x="246831" y="56120"/>
                  </a:lnTo>
                  <a:lnTo>
                    <a:pt x="300987" y="37005"/>
                  </a:lnTo>
                  <a:lnTo>
                    <a:pt x="353597" y="23836"/>
                  </a:lnTo>
                  <a:lnTo>
                    <a:pt x="378299" y="20278"/>
                  </a:lnTo>
                  <a:lnTo>
                    <a:pt x="377874" y="20278"/>
                  </a:lnTo>
                  <a:lnTo>
                    <a:pt x="402152" y="19022"/>
                  </a:lnTo>
                  <a:lnTo>
                    <a:pt x="509577" y="19022"/>
                  </a:lnTo>
                  <a:lnTo>
                    <a:pt x="506866" y="18138"/>
                  </a:lnTo>
                  <a:lnTo>
                    <a:pt x="479599" y="10641"/>
                  </a:lnTo>
                  <a:lnTo>
                    <a:pt x="452755" y="4909"/>
                  </a:lnTo>
                  <a:lnTo>
                    <a:pt x="426522" y="1253"/>
                  </a:lnTo>
                  <a:lnTo>
                    <a:pt x="401136" y="0"/>
                  </a:lnTo>
                  <a:close/>
                </a:path>
                <a:path w="788035" h="173354">
                  <a:moveTo>
                    <a:pt x="675964" y="87548"/>
                  </a:moveTo>
                  <a:lnTo>
                    <a:pt x="668026" y="104866"/>
                  </a:lnTo>
                  <a:lnTo>
                    <a:pt x="679471" y="110211"/>
                  </a:lnTo>
                  <a:lnTo>
                    <a:pt x="687533" y="92952"/>
                  </a:lnTo>
                  <a:lnTo>
                    <a:pt x="675964" y="87548"/>
                  </a:lnTo>
                  <a:close/>
                </a:path>
                <a:path w="788035" h="173354">
                  <a:moveTo>
                    <a:pt x="682541" y="73200"/>
                  </a:moveTo>
                  <a:lnTo>
                    <a:pt x="675964" y="87548"/>
                  </a:lnTo>
                  <a:lnTo>
                    <a:pt x="687533" y="92952"/>
                  </a:lnTo>
                  <a:lnTo>
                    <a:pt x="679471" y="110211"/>
                  </a:lnTo>
                  <a:lnTo>
                    <a:pt x="733602" y="110211"/>
                  </a:lnTo>
                  <a:lnTo>
                    <a:pt x="682541" y="73200"/>
                  </a:lnTo>
                  <a:close/>
                </a:path>
                <a:path w="788035" h="173354">
                  <a:moveTo>
                    <a:pt x="509577" y="19022"/>
                  </a:moveTo>
                  <a:lnTo>
                    <a:pt x="402152" y="19022"/>
                  </a:lnTo>
                  <a:lnTo>
                    <a:pt x="425544" y="20278"/>
                  </a:lnTo>
                  <a:lnTo>
                    <a:pt x="450544" y="23836"/>
                  </a:lnTo>
                  <a:lnTo>
                    <a:pt x="450393" y="23836"/>
                  </a:lnTo>
                  <a:lnTo>
                    <a:pt x="475605" y="29268"/>
                  </a:lnTo>
                  <a:lnTo>
                    <a:pt x="501805" y="36503"/>
                  </a:lnTo>
                  <a:lnTo>
                    <a:pt x="528447" y="45212"/>
                  </a:lnTo>
                  <a:lnTo>
                    <a:pt x="555287" y="55115"/>
                  </a:lnTo>
                  <a:lnTo>
                    <a:pt x="608713" y="77434"/>
                  </a:lnTo>
                  <a:lnTo>
                    <a:pt x="668026" y="104866"/>
                  </a:lnTo>
                  <a:lnTo>
                    <a:pt x="675964" y="87548"/>
                  </a:lnTo>
                  <a:lnTo>
                    <a:pt x="616054" y="59856"/>
                  </a:lnTo>
                  <a:lnTo>
                    <a:pt x="561878" y="37241"/>
                  </a:lnTo>
                  <a:lnTo>
                    <a:pt x="534359" y="27101"/>
                  </a:lnTo>
                  <a:lnTo>
                    <a:pt x="509577" y="19022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657600" y="3376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657600" y="3376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962400" y="3376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962400" y="3376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267200" y="3376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267200" y="3376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394192" y="3381389"/>
              <a:ext cx="788035" cy="173355"/>
            </a:xfrm>
            <a:custGeom>
              <a:avLst/>
              <a:gdLst/>
              <a:ahLst/>
              <a:cxnLst/>
              <a:rect l="l" t="t" r="r" b="b"/>
              <a:pathLst>
                <a:path w="788035" h="173354">
                  <a:moveTo>
                    <a:pt x="25390" y="122216"/>
                  </a:moveTo>
                  <a:lnTo>
                    <a:pt x="0" y="147639"/>
                  </a:lnTo>
                  <a:lnTo>
                    <a:pt x="1941" y="157163"/>
                  </a:lnTo>
                  <a:lnTo>
                    <a:pt x="2014" y="157523"/>
                  </a:lnTo>
                  <a:lnTo>
                    <a:pt x="7706" y="165849"/>
                  </a:lnTo>
                  <a:lnTo>
                    <a:pt x="15866" y="171163"/>
                  </a:lnTo>
                  <a:lnTo>
                    <a:pt x="25423" y="173029"/>
                  </a:lnTo>
                  <a:lnTo>
                    <a:pt x="35306" y="171014"/>
                  </a:lnTo>
                  <a:lnTo>
                    <a:pt x="43633" y="165323"/>
                  </a:lnTo>
                  <a:lnTo>
                    <a:pt x="48947" y="157163"/>
                  </a:lnTo>
                  <a:lnTo>
                    <a:pt x="49100" y="156377"/>
                  </a:lnTo>
                  <a:lnTo>
                    <a:pt x="29159" y="156377"/>
                  </a:lnTo>
                  <a:lnTo>
                    <a:pt x="21654" y="138868"/>
                  </a:lnTo>
                  <a:lnTo>
                    <a:pt x="43253" y="129610"/>
                  </a:lnTo>
                  <a:lnTo>
                    <a:pt x="43106" y="129397"/>
                  </a:lnTo>
                  <a:lnTo>
                    <a:pt x="34947" y="124083"/>
                  </a:lnTo>
                  <a:lnTo>
                    <a:pt x="25390" y="122216"/>
                  </a:lnTo>
                  <a:close/>
                </a:path>
                <a:path w="788035" h="173354">
                  <a:moveTo>
                    <a:pt x="43253" y="129610"/>
                  </a:moveTo>
                  <a:lnTo>
                    <a:pt x="21654" y="138868"/>
                  </a:lnTo>
                  <a:lnTo>
                    <a:pt x="29159" y="156377"/>
                  </a:lnTo>
                  <a:lnTo>
                    <a:pt x="50717" y="147137"/>
                  </a:lnTo>
                  <a:lnTo>
                    <a:pt x="48871" y="138082"/>
                  </a:lnTo>
                  <a:lnTo>
                    <a:pt x="48797" y="137723"/>
                  </a:lnTo>
                  <a:lnTo>
                    <a:pt x="43253" y="129610"/>
                  </a:lnTo>
                  <a:close/>
                </a:path>
                <a:path w="788035" h="173354">
                  <a:moveTo>
                    <a:pt x="50717" y="147137"/>
                  </a:moveTo>
                  <a:lnTo>
                    <a:pt x="29159" y="156377"/>
                  </a:lnTo>
                  <a:lnTo>
                    <a:pt x="49100" y="156377"/>
                  </a:lnTo>
                  <a:lnTo>
                    <a:pt x="50806" y="147639"/>
                  </a:lnTo>
                  <a:lnTo>
                    <a:pt x="50717" y="147137"/>
                  </a:lnTo>
                  <a:close/>
                </a:path>
                <a:path w="788035" h="173354">
                  <a:moveTo>
                    <a:pt x="668026" y="104866"/>
                  </a:moveTo>
                  <a:lnTo>
                    <a:pt x="661373" y="119379"/>
                  </a:lnTo>
                  <a:lnTo>
                    <a:pt x="787407" y="149211"/>
                  </a:lnTo>
                  <a:lnTo>
                    <a:pt x="733603" y="110211"/>
                  </a:lnTo>
                  <a:lnTo>
                    <a:pt x="679472" y="110211"/>
                  </a:lnTo>
                  <a:lnTo>
                    <a:pt x="668026" y="104866"/>
                  </a:lnTo>
                  <a:close/>
                </a:path>
                <a:path w="788035" h="173354">
                  <a:moveTo>
                    <a:pt x="401136" y="0"/>
                  </a:moveTo>
                  <a:lnTo>
                    <a:pt x="349511" y="5231"/>
                  </a:lnTo>
                  <a:lnTo>
                    <a:pt x="294693" y="19022"/>
                  </a:lnTo>
                  <a:lnTo>
                    <a:pt x="239398" y="38580"/>
                  </a:lnTo>
                  <a:lnTo>
                    <a:pt x="185128" y="61583"/>
                  </a:lnTo>
                  <a:lnTo>
                    <a:pt x="133981" y="85603"/>
                  </a:lnTo>
                  <a:lnTo>
                    <a:pt x="68114" y="118037"/>
                  </a:lnTo>
                  <a:lnTo>
                    <a:pt x="50388" y="126552"/>
                  </a:lnTo>
                  <a:lnTo>
                    <a:pt x="43253" y="129610"/>
                  </a:lnTo>
                  <a:lnTo>
                    <a:pt x="48797" y="137723"/>
                  </a:lnTo>
                  <a:lnTo>
                    <a:pt x="50717" y="147137"/>
                  </a:lnTo>
                  <a:lnTo>
                    <a:pt x="57892" y="144062"/>
                  </a:lnTo>
                  <a:lnTo>
                    <a:pt x="76355" y="135211"/>
                  </a:lnTo>
                  <a:lnTo>
                    <a:pt x="142362" y="102711"/>
                  </a:lnTo>
                  <a:lnTo>
                    <a:pt x="167238" y="90810"/>
                  </a:lnTo>
                  <a:lnTo>
                    <a:pt x="246831" y="56120"/>
                  </a:lnTo>
                  <a:lnTo>
                    <a:pt x="300986" y="37005"/>
                  </a:lnTo>
                  <a:lnTo>
                    <a:pt x="353597" y="23836"/>
                  </a:lnTo>
                  <a:lnTo>
                    <a:pt x="378300" y="20278"/>
                  </a:lnTo>
                  <a:lnTo>
                    <a:pt x="377875" y="20278"/>
                  </a:lnTo>
                  <a:lnTo>
                    <a:pt x="402152" y="19022"/>
                  </a:lnTo>
                  <a:lnTo>
                    <a:pt x="509577" y="19022"/>
                  </a:lnTo>
                  <a:lnTo>
                    <a:pt x="506866" y="18138"/>
                  </a:lnTo>
                  <a:lnTo>
                    <a:pt x="479599" y="10641"/>
                  </a:lnTo>
                  <a:lnTo>
                    <a:pt x="452755" y="4909"/>
                  </a:lnTo>
                  <a:lnTo>
                    <a:pt x="426522" y="1253"/>
                  </a:lnTo>
                  <a:lnTo>
                    <a:pt x="401136" y="0"/>
                  </a:lnTo>
                  <a:close/>
                </a:path>
                <a:path w="788035" h="173354">
                  <a:moveTo>
                    <a:pt x="675964" y="87548"/>
                  </a:moveTo>
                  <a:lnTo>
                    <a:pt x="668026" y="104866"/>
                  </a:lnTo>
                  <a:lnTo>
                    <a:pt x="679472" y="110211"/>
                  </a:lnTo>
                  <a:lnTo>
                    <a:pt x="687534" y="92952"/>
                  </a:lnTo>
                  <a:lnTo>
                    <a:pt x="675964" y="87548"/>
                  </a:lnTo>
                  <a:close/>
                </a:path>
                <a:path w="788035" h="173354">
                  <a:moveTo>
                    <a:pt x="682541" y="73200"/>
                  </a:moveTo>
                  <a:lnTo>
                    <a:pt x="675964" y="87548"/>
                  </a:lnTo>
                  <a:lnTo>
                    <a:pt x="687534" y="92952"/>
                  </a:lnTo>
                  <a:lnTo>
                    <a:pt x="679472" y="110211"/>
                  </a:lnTo>
                  <a:lnTo>
                    <a:pt x="733603" y="110211"/>
                  </a:lnTo>
                  <a:lnTo>
                    <a:pt x="682541" y="73200"/>
                  </a:lnTo>
                  <a:close/>
                </a:path>
                <a:path w="788035" h="173354">
                  <a:moveTo>
                    <a:pt x="509577" y="19022"/>
                  </a:moveTo>
                  <a:lnTo>
                    <a:pt x="402152" y="19022"/>
                  </a:lnTo>
                  <a:lnTo>
                    <a:pt x="425544" y="20278"/>
                  </a:lnTo>
                  <a:lnTo>
                    <a:pt x="450545" y="23836"/>
                  </a:lnTo>
                  <a:lnTo>
                    <a:pt x="450393" y="23836"/>
                  </a:lnTo>
                  <a:lnTo>
                    <a:pt x="475605" y="29268"/>
                  </a:lnTo>
                  <a:lnTo>
                    <a:pt x="501805" y="36503"/>
                  </a:lnTo>
                  <a:lnTo>
                    <a:pt x="528447" y="45212"/>
                  </a:lnTo>
                  <a:lnTo>
                    <a:pt x="555287" y="55115"/>
                  </a:lnTo>
                  <a:lnTo>
                    <a:pt x="608714" y="77434"/>
                  </a:lnTo>
                  <a:lnTo>
                    <a:pt x="668026" y="104866"/>
                  </a:lnTo>
                  <a:lnTo>
                    <a:pt x="675964" y="87548"/>
                  </a:lnTo>
                  <a:lnTo>
                    <a:pt x="616054" y="59856"/>
                  </a:lnTo>
                  <a:lnTo>
                    <a:pt x="561879" y="37241"/>
                  </a:lnTo>
                  <a:lnTo>
                    <a:pt x="534359" y="27101"/>
                  </a:lnTo>
                  <a:lnTo>
                    <a:pt x="509577" y="19022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181600" y="3376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181600" y="3376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486400" y="3376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486400" y="3376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791200" y="3376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791200" y="3376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918498" y="3340878"/>
              <a:ext cx="2311400" cy="213360"/>
            </a:xfrm>
            <a:custGeom>
              <a:avLst/>
              <a:gdLst/>
              <a:ahLst/>
              <a:cxnLst/>
              <a:rect l="l" t="t" r="r" b="b"/>
              <a:pathLst>
                <a:path w="2311400" h="213360">
                  <a:moveTo>
                    <a:pt x="21219" y="163032"/>
                  </a:moveTo>
                  <a:lnTo>
                    <a:pt x="60" y="190698"/>
                  </a:lnTo>
                  <a:lnTo>
                    <a:pt x="0" y="192016"/>
                  </a:lnTo>
                  <a:lnTo>
                    <a:pt x="3483" y="201482"/>
                  </a:lnTo>
                  <a:lnTo>
                    <a:pt x="10097" y="208629"/>
                  </a:lnTo>
                  <a:lnTo>
                    <a:pt x="18908" y="212774"/>
                  </a:lnTo>
                  <a:lnTo>
                    <a:pt x="28983" y="213235"/>
                  </a:lnTo>
                  <a:lnTo>
                    <a:pt x="38449" y="209751"/>
                  </a:lnTo>
                  <a:lnTo>
                    <a:pt x="45596" y="203138"/>
                  </a:lnTo>
                  <a:lnTo>
                    <a:pt x="48228" y="197543"/>
                  </a:lnTo>
                  <a:lnTo>
                    <a:pt x="26584" y="197543"/>
                  </a:lnTo>
                  <a:lnTo>
                    <a:pt x="23616" y="178725"/>
                  </a:lnTo>
                  <a:lnTo>
                    <a:pt x="46822" y="175065"/>
                  </a:lnTo>
                  <a:lnTo>
                    <a:pt x="46719" y="174786"/>
                  </a:lnTo>
                  <a:lnTo>
                    <a:pt x="40110" y="167645"/>
                  </a:lnTo>
                  <a:lnTo>
                    <a:pt x="31295" y="163494"/>
                  </a:lnTo>
                  <a:lnTo>
                    <a:pt x="21219" y="163032"/>
                  </a:lnTo>
                  <a:close/>
                </a:path>
                <a:path w="2311400" h="213360">
                  <a:moveTo>
                    <a:pt x="46822" y="175065"/>
                  </a:moveTo>
                  <a:lnTo>
                    <a:pt x="23616" y="178725"/>
                  </a:lnTo>
                  <a:lnTo>
                    <a:pt x="26584" y="197543"/>
                  </a:lnTo>
                  <a:lnTo>
                    <a:pt x="49761" y="193887"/>
                  </a:lnTo>
                  <a:lnTo>
                    <a:pt x="50103" y="186430"/>
                  </a:lnTo>
                  <a:lnTo>
                    <a:pt x="50203" y="184251"/>
                  </a:lnTo>
                  <a:lnTo>
                    <a:pt x="46822" y="175065"/>
                  </a:lnTo>
                  <a:close/>
                </a:path>
                <a:path w="2311400" h="213360">
                  <a:moveTo>
                    <a:pt x="49761" y="193887"/>
                  </a:moveTo>
                  <a:lnTo>
                    <a:pt x="26584" y="197543"/>
                  </a:lnTo>
                  <a:lnTo>
                    <a:pt x="48228" y="197543"/>
                  </a:lnTo>
                  <a:lnTo>
                    <a:pt x="49741" y="194327"/>
                  </a:lnTo>
                  <a:lnTo>
                    <a:pt x="49761" y="193887"/>
                  </a:lnTo>
                  <a:close/>
                </a:path>
                <a:path w="2311400" h="213360">
                  <a:moveTo>
                    <a:pt x="1329112" y="0"/>
                  </a:moveTo>
                  <a:lnTo>
                    <a:pt x="1256635" y="816"/>
                  </a:lnTo>
                  <a:lnTo>
                    <a:pt x="1181963" y="4329"/>
                  </a:lnTo>
                  <a:lnTo>
                    <a:pt x="1142648" y="7082"/>
                  </a:lnTo>
                  <a:lnTo>
                    <a:pt x="1102132" y="10449"/>
                  </a:lnTo>
                  <a:lnTo>
                    <a:pt x="1018264" y="18825"/>
                  </a:lnTo>
                  <a:lnTo>
                    <a:pt x="931321" y="29121"/>
                  </a:lnTo>
                  <a:lnTo>
                    <a:pt x="842330" y="40995"/>
                  </a:lnTo>
                  <a:lnTo>
                    <a:pt x="752320" y="54109"/>
                  </a:lnTo>
                  <a:lnTo>
                    <a:pt x="573371" y="82701"/>
                  </a:lnTo>
                  <a:lnTo>
                    <a:pt x="67014" y="171880"/>
                  </a:lnTo>
                  <a:lnTo>
                    <a:pt x="46822" y="175065"/>
                  </a:lnTo>
                  <a:lnTo>
                    <a:pt x="50203" y="184251"/>
                  </a:lnTo>
                  <a:lnTo>
                    <a:pt x="49907" y="190698"/>
                  </a:lnTo>
                  <a:lnTo>
                    <a:pt x="49847" y="192016"/>
                  </a:lnTo>
                  <a:lnTo>
                    <a:pt x="49761" y="193887"/>
                  </a:lnTo>
                  <a:lnTo>
                    <a:pt x="69982" y="190698"/>
                  </a:lnTo>
                  <a:lnTo>
                    <a:pt x="576571" y="101480"/>
                  </a:lnTo>
                  <a:lnTo>
                    <a:pt x="755251" y="72933"/>
                  </a:lnTo>
                  <a:lnTo>
                    <a:pt x="845075" y="59846"/>
                  </a:lnTo>
                  <a:lnTo>
                    <a:pt x="933841" y="48003"/>
                  </a:lnTo>
                  <a:lnTo>
                    <a:pt x="1020504" y="37743"/>
                  </a:lnTo>
                  <a:lnTo>
                    <a:pt x="1104024" y="29405"/>
                  </a:lnTo>
                  <a:lnTo>
                    <a:pt x="1144225" y="26068"/>
                  </a:lnTo>
                  <a:lnTo>
                    <a:pt x="1183294" y="23332"/>
                  </a:lnTo>
                  <a:lnTo>
                    <a:pt x="1257367" y="19852"/>
                  </a:lnTo>
                  <a:lnTo>
                    <a:pt x="1329326" y="19048"/>
                  </a:lnTo>
                  <a:lnTo>
                    <a:pt x="1639764" y="19048"/>
                  </a:lnTo>
                  <a:lnTo>
                    <a:pt x="1627070" y="17640"/>
                  </a:lnTo>
                  <a:lnTo>
                    <a:pt x="1552323" y="10656"/>
                  </a:lnTo>
                  <a:lnTo>
                    <a:pt x="1477451" y="5201"/>
                  </a:lnTo>
                  <a:lnTo>
                    <a:pt x="1402899" y="1555"/>
                  </a:lnTo>
                  <a:lnTo>
                    <a:pt x="1329112" y="0"/>
                  </a:lnTo>
                  <a:close/>
                </a:path>
                <a:path w="2311400" h="213360">
                  <a:moveTo>
                    <a:pt x="2188721" y="82238"/>
                  </a:moveTo>
                  <a:lnTo>
                    <a:pt x="2186632" y="97497"/>
                  </a:lnTo>
                  <a:lnTo>
                    <a:pt x="2186586" y="97834"/>
                  </a:lnTo>
                  <a:lnTo>
                    <a:pt x="2199250" y="99705"/>
                  </a:lnTo>
                  <a:lnTo>
                    <a:pt x="2196466" y="118550"/>
                  </a:lnTo>
                  <a:lnTo>
                    <a:pt x="2183749" y="118550"/>
                  </a:lnTo>
                  <a:lnTo>
                    <a:pt x="2181829" y="132570"/>
                  </a:lnTo>
                  <a:lnTo>
                    <a:pt x="2311101" y="124633"/>
                  </a:lnTo>
                  <a:lnTo>
                    <a:pt x="2293541" y="118550"/>
                  </a:lnTo>
                  <a:lnTo>
                    <a:pt x="2196466" y="118550"/>
                  </a:lnTo>
                  <a:lnTo>
                    <a:pt x="2184001" y="116709"/>
                  </a:lnTo>
                  <a:lnTo>
                    <a:pt x="2288225" y="116709"/>
                  </a:lnTo>
                  <a:lnTo>
                    <a:pt x="2188721" y="82238"/>
                  </a:lnTo>
                  <a:close/>
                </a:path>
                <a:path w="2311400" h="213360">
                  <a:moveTo>
                    <a:pt x="2186586" y="97834"/>
                  </a:moveTo>
                  <a:lnTo>
                    <a:pt x="2184062" y="116262"/>
                  </a:lnTo>
                  <a:lnTo>
                    <a:pt x="2184001" y="116709"/>
                  </a:lnTo>
                  <a:lnTo>
                    <a:pt x="2196466" y="118550"/>
                  </a:lnTo>
                  <a:lnTo>
                    <a:pt x="2199250" y="99705"/>
                  </a:lnTo>
                  <a:lnTo>
                    <a:pt x="2186586" y="97834"/>
                  </a:lnTo>
                  <a:close/>
                </a:path>
                <a:path w="2311400" h="213360">
                  <a:moveTo>
                    <a:pt x="1639764" y="19048"/>
                  </a:moveTo>
                  <a:lnTo>
                    <a:pt x="1329326" y="19048"/>
                  </a:lnTo>
                  <a:lnTo>
                    <a:pt x="1402496" y="20600"/>
                  </a:lnTo>
                  <a:lnTo>
                    <a:pt x="1476519" y="24229"/>
                  </a:lnTo>
                  <a:lnTo>
                    <a:pt x="1550939" y="29657"/>
                  </a:lnTo>
                  <a:lnTo>
                    <a:pt x="1625297" y="36607"/>
                  </a:lnTo>
                  <a:lnTo>
                    <a:pt x="1699141" y="44804"/>
                  </a:lnTo>
                  <a:lnTo>
                    <a:pt x="1772018" y="53968"/>
                  </a:lnTo>
                  <a:lnTo>
                    <a:pt x="1913051" y="74089"/>
                  </a:lnTo>
                  <a:lnTo>
                    <a:pt x="2163630" y="113699"/>
                  </a:lnTo>
                  <a:lnTo>
                    <a:pt x="2184001" y="116709"/>
                  </a:lnTo>
                  <a:lnTo>
                    <a:pt x="2186586" y="97834"/>
                  </a:lnTo>
                  <a:lnTo>
                    <a:pt x="2166613" y="94884"/>
                  </a:lnTo>
                  <a:lnTo>
                    <a:pt x="1915833" y="55242"/>
                  </a:lnTo>
                  <a:lnTo>
                    <a:pt x="1774394" y="35067"/>
                  </a:lnTo>
                  <a:lnTo>
                    <a:pt x="1701243" y="25869"/>
                  </a:lnTo>
                  <a:lnTo>
                    <a:pt x="1639764" y="19048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705600" y="43672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705600" y="43672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010400" y="43672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010400" y="43672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315200" y="43672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315200" y="43672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048000" y="3505199"/>
              <a:ext cx="3835400" cy="1001394"/>
            </a:xfrm>
            <a:custGeom>
              <a:avLst/>
              <a:gdLst/>
              <a:ahLst/>
              <a:cxnLst/>
              <a:rect l="l" t="t" r="r" b="b"/>
              <a:pathLst>
                <a:path w="3835400" h="1001395">
                  <a:moveTo>
                    <a:pt x="787387" y="39712"/>
                  </a:moveTo>
                  <a:lnTo>
                    <a:pt x="761974" y="14287"/>
                  </a:lnTo>
                  <a:lnTo>
                    <a:pt x="752094" y="16306"/>
                  </a:lnTo>
                  <a:lnTo>
                    <a:pt x="743762" y="21996"/>
                  </a:lnTo>
                  <a:lnTo>
                    <a:pt x="738454" y="30149"/>
                  </a:lnTo>
                  <a:lnTo>
                    <a:pt x="736587" y="39712"/>
                  </a:lnTo>
                  <a:lnTo>
                    <a:pt x="736676" y="40182"/>
                  </a:lnTo>
                  <a:lnTo>
                    <a:pt x="729513" y="43256"/>
                  </a:lnTo>
                  <a:lnTo>
                    <a:pt x="711047" y="52108"/>
                  </a:lnTo>
                  <a:lnTo>
                    <a:pt x="645033" y="84607"/>
                  </a:lnTo>
                  <a:lnTo>
                    <a:pt x="620166" y="96507"/>
                  </a:lnTo>
                  <a:lnTo>
                    <a:pt x="540575" y="131191"/>
                  </a:lnTo>
                  <a:lnTo>
                    <a:pt x="486410" y="150317"/>
                  </a:lnTo>
                  <a:lnTo>
                    <a:pt x="433514" y="163537"/>
                  </a:lnTo>
                  <a:lnTo>
                    <a:pt x="433362" y="163537"/>
                  </a:lnTo>
                  <a:lnTo>
                    <a:pt x="408863" y="167068"/>
                  </a:lnTo>
                  <a:lnTo>
                    <a:pt x="385241" y="168300"/>
                  </a:lnTo>
                  <a:lnTo>
                    <a:pt x="362496" y="167068"/>
                  </a:lnTo>
                  <a:lnTo>
                    <a:pt x="362102" y="167068"/>
                  </a:lnTo>
                  <a:lnTo>
                    <a:pt x="311797" y="158051"/>
                  </a:lnTo>
                  <a:lnTo>
                    <a:pt x="258953" y="142100"/>
                  </a:lnTo>
                  <a:lnTo>
                    <a:pt x="178689" y="109880"/>
                  </a:lnTo>
                  <a:lnTo>
                    <a:pt x="119367" y="82448"/>
                  </a:lnTo>
                  <a:lnTo>
                    <a:pt x="121818" y="77101"/>
                  </a:lnTo>
                  <a:lnTo>
                    <a:pt x="126022" y="67932"/>
                  </a:lnTo>
                  <a:lnTo>
                    <a:pt x="0" y="38100"/>
                  </a:lnTo>
                  <a:lnTo>
                    <a:pt x="104863" y="114122"/>
                  </a:lnTo>
                  <a:lnTo>
                    <a:pt x="111429" y="99771"/>
                  </a:lnTo>
                  <a:lnTo>
                    <a:pt x="171348" y="127457"/>
                  </a:lnTo>
                  <a:lnTo>
                    <a:pt x="225526" y="150075"/>
                  </a:lnTo>
                  <a:lnTo>
                    <a:pt x="280530" y="169176"/>
                  </a:lnTo>
                  <a:lnTo>
                    <a:pt x="334645" y="182410"/>
                  </a:lnTo>
                  <a:lnTo>
                    <a:pt x="386270" y="187312"/>
                  </a:lnTo>
                  <a:lnTo>
                    <a:pt x="411594" y="185928"/>
                  </a:lnTo>
                  <a:lnTo>
                    <a:pt x="464908" y="176136"/>
                  </a:lnTo>
                  <a:lnTo>
                    <a:pt x="520166" y="159169"/>
                  </a:lnTo>
                  <a:lnTo>
                    <a:pt x="602272" y="125730"/>
                  </a:lnTo>
                  <a:lnTo>
                    <a:pt x="653415" y="101714"/>
                  </a:lnTo>
                  <a:lnTo>
                    <a:pt x="719289" y="69278"/>
                  </a:lnTo>
                  <a:lnTo>
                    <a:pt x="737019" y="60769"/>
                  </a:lnTo>
                  <a:lnTo>
                    <a:pt x="744143" y="57708"/>
                  </a:lnTo>
                  <a:lnTo>
                    <a:pt x="744296" y="57924"/>
                  </a:lnTo>
                  <a:lnTo>
                    <a:pt x="752449" y="63233"/>
                  </a:lnTo>
                  <a:lnTo>
                    <a:pt x="787298" y="40182"/>
                  </a:lnTo>
                  <a:lnTo>
                    <a:pt x="787387" y="39712"/>
                  </a:lnTo>
                  <a:close/>
                </a:path>
                <a:path w="3835400" h="1001395">
                  <a:moveTo>
                    <a:pt x="2311387" y="25425"/>
                  </a:moveTo>
                  <a:lnTo>
                    <a:pt x="2285974" y="0"/>
                  </a:lnTo>
                  <a:lnTo>
                    <a:pt x="2276094" y="2019"/>
                  </a:lnTo>
                  <a:lnTo>
                    <a:pt x="2267762" y="7708"/>
                  </a:lnTo>
                  <a:lnTo>
                    <a:pt x="2262454" y="15862"/>
                  </a:lnTo>
                  <a:lnTo>
                    <a:pt x="2260587" y="25425"/>
                  </a:lnTo>
                  <a:lnTo>
                    <a:pt x="2260676" y="25895"/>
                  </a:lnTo>
                  <a:lnTo>
                    <a:pt x="2253513" y="28968"/>
                  </a:lnTo>
                  <a:lnTo>
                    <a:pt x="2235047" y="37820"/>
                  </a:lnTo>
                  <a:lnTo>
                    <a:pt x="2169033" y="70319"/>
                  </a:lnTo>
                  <a:lnTo>
                    <a:pt x="2144166" y="82219"/>
                  </a:lnTo>
                  <a:lnTo>
                    <a:pt x="2064575" y="116903"/>
                  </a:lnTo>
                  <a:lnTo>
                    <a:pt x="2010410" y="136029"/>
                  </a:lnTo>
                  <a:lnTo>
                    <a:pt x="1957514" y="149250"/>
                  </a:lnTo>
                  <a:lnTo>
                    <a:pt x="1957362" y="149250"/>
                  </a:lnTo>
                  <a:lnTo>
                    <a:pt x="1932863" y="152781"/>
                  </a:lnTo>
                  <a:lnTo>
                    <a:pt x="1909241" y="154012"/>
                  </a:lnTo>
                  <a:lnTo>
                    <a:pt x="1886496" y="152781"/>
                  </a:lnTo>
                  <a:lnTo>
                    <a:pt x="1886102" y="152781"/>
                  </a:lnTo>
                  <a:lnTo>
                    <a:pt x="1835797" y="143764"/>
                  </a:lnTo>
                  <a:lnTo>
                    <a:pt x="1782953" y="127812"/>
                  </a:lnTo>
                  <a:lnTo>
                    <a:pt x="1702689" y="95592"/>
                  </a:lnTo>
                  <a:lnTo>
                    <a:pt x="1643367" y="68160"/>
                  </a:lnTo>
                  <a:lnTo>
                    <a:pt x="1645818" y="62814"/>
                  </a:lnTo>
                  <a:lnTo>
                    <a:pt x="1650022" y="53644"/>
                  </a:lnTo>
                  <a:lnTo>
                    <a:pt x="1524000" y="23812"/>
                  </a:lnTo>
                  <a:lnTo>
                    <a:pt x="1628863" y="99834"/>
                  </a:lnTo>
                  <a:lnTo>
                    <a:pt x="1635429" y="85483"/>
                  </a:lnTo>
                  <a:lnTo>
                    <a:pt x="1695348" y="113169"/>
                  </a:lnTo>
                  <a:lnTo>
                    <a:pt x="1749526" y="135788"/>
                  </a:lnTo>
                  <a:lnTo>
                    <a:pt x="1804530" y="154889"/>
                  </a:lnTo>
                  <a:lnTo>
                    <a:pt x="1858645" y="168122"/>
                  </a:lnTo>
                  <a:lnTo>
                    <a:pt x="1910270" y="173024"/>
                  </a:lnTo>
                  <a:lnTo>
                    <a:pt x="1935594" y="171640"/>
                  </a:lnTo>
                  <a:lnTo>
                    <a:pt x="1988908" y="161848"/>
                  </a:lnTo>
                  <a:lnTo>
                    <a:pt x="2044166" y="144881"/>
                  </a:lnTo>
                  <a:lnTo>
                    <a:pt x="2126272" y="111442"/>
                  </a:lnTo>
                  <a:lnTo>
                    <a:pt x="2177415" y="87426"/>
                  </a:lnTo>
                  <a:lnTo>
                    <a:pt x="2243290" y="54991"/>
                  </a:lnTo>
                  <a:lnTo>
                    <a:pt x="2261019" y="46482"/>
                  </a:lnTo>
                  <a:lnTo>
                    <a:pt x="2268143" y="43421"/>
                  </a:lnTo>
                  <a:lnTo>
                    <a:pt x="2268296" y="43637"/>
                  </a:lnTo>
                  <a:lnTo>
                    <a:pt x="2276449" y="48945"/>
                  </a:lnTo>
                  <a:lnTo>
                    <a:pt x="2311298" y="25895"/>
                  </a:lnTo>
                  <a:lnTo>
                    <a:pt x="2311387" y="25425"/>
                  </a:lnTo>
                  <a:close/>
                </a:path>
                <a:path w="3835400" h="1001395">
                  <a:moveTo>
                    <a:pt x="3834993" y="971842"/>
                  </a:moveTo>
                  <a:lnTo>
                    <a:pt x="3831285" y="962469"/>
                  </a:lnTo>
                  <a:lnTo>
                    <a:pt x="3824516" y="955471"/>
                  </a:lnTo>
                  <a:lnTo>
                    <a:pt x="3815600" y="951534"/>
                  </a:lnTo>
                  <a:lnTo>
                    <a:pt x="3816007" y="954506"/>
                  </a:lnTo>
                  <a:lnTo>
                    <a:pt x="3815524" y="951534"/>
                  </a:lnTo>
                  <a:lnTo>
                    <a:pt x="3815486" y="951318"/>
                  </a:lnTo>
                  <a:lnTo>
                    <a:pt x="3813429" y="938987"/>
                  </a:lnTo>
                  <a:lnTo>
                    <a:pt x="3808488" y="892048"/>
                  </a:lnTo>
                  <a:lnTo>
                    <a:pt x="3801795" y="814552"/>
                  </a:lnTo>
                  <a:lnTo>
                    <a:pt x="3797884" y="771309"/>
                  </a:lnTo>
                  <a:lnTo>
                    <a:pt x="3793261" y="726046"/>
                  </a:lnTo>
                  <a:lnTo>
                    <a:pt x="3787698" y="679513"/>
                  </a:lnTo>
                  <a:lnTo>
                    <a:pt x="3780929" y="632434"/>
                  </a:lnTo>
                  <a:lnTo>
                    <a:pt x="3772712" y="585546"/>
                  </a:lnTo>
                  <a:lnTo>
                    <a:pt x="3762781" y="539572"/>
                  </a:lnTo>
                  <a:lnTo>
                    <a:pt x="3750881" y="495211"/>
                  </a:lnTo>
                  <a:lnTo>
                    <a:pt x="3736746" y="453212"/>
                  </a:lnTo>
                  <a:lnTo>
                    <a:pt x="3720084" y="414248"/>
                  </a:lnTo>
                  <a:lnTo>
                    <a:pt x="3700462" y="378815"/>
                  </a:lnTo>
                  <a:lnTo>
                    <a:pt x="3677729" y="348068"/>
                  </a:lnTo>
                  <a:lnTo>
                    <a:pt x="3650653" y="321081"/>
                  </a:lnTo>
                  <a:lnTo>
                    <a:pt x="3618903" y="296557"/>
                  </a:lnTo>
                  <a:lnTo>
                    <a:pt x="3583394" y="274370"/>
                  </a:lnTo>
                  <a:lnTo>
                    <a:pt x="3544392" y="254063"/>
                  </a:lnTo>
                  <a:lnTo>
                    <a:pt x="3502774" y="235572"/>
                  </a:lnTo>
                  <a:lnTo>
                    <a:pt x="3459226" y="218694"/>
                  </a:lnTo>
                  <a:lnTo>
                    <a:pt x="3414382" y="203276"/>
                  </a:lnTo>
                  <a:lnTo>
                    <a:pt x="3368916" y="189153"/>
                  </a:lnTo>
                  <a:lnTo>
                    <a:pt x="3323501" y="176149"/>
                  </a:lnTo>
                  <a:lnTo>
                    <a:pt x="3278797" y="164109"/>
                  </a:lnTo>
                  <a:lnTo>
                    <a:pt x="3194253" y="142316"/>
                  </a:lnTo>
                  <a:lnTo>
                    <a:pt x="3185160" y="139750"/>
                  </a:lnTo>
                  <a:lnTo>
                    <a:pt x="3186201" y="136258"/>
                  </a:lnTo>
                  <a:lnTo>
                    <a:pt x="3189655" y="124714"/>
                  </a:lnTo>
                  <a:lnTo>
                    <a:pt x="3060700" y="112712"/>
                  </a:lnTo>
                  <a:lnTo>
                    <a:pt x="3175114" y="173393"/>
                  </a:lnTo>
                  <a:lnTo>
                    <a:pt x="3179711" y="158000"/>
                  </a:lnTo>
                  <a:lnTo>
                    <a:pt x="3189516" y="160769"/>
                  </a:lnTo>
                  <a:lnTo>
                    <a:pt x="3273844" y="182499"/>
                  </a:lnTo>
                  <a:lnTo>
                    <a:pt x="3318256" y="194462"/>
                  </a:lnTo>
                  <a:lnTo>
                    <a:pt x="3363264" y="207340"/>
                  </a:lnTo>
                  <a:lnTo>
                    <a:pt x="3408184" y="221297"/>
                  </a:lnTo>
                  <a:lnTo>
                    <a:pt x="3452342" y="236461"/>
                  </a:lnTo>
                  <a:lnTo>
                    <a:pt x="3495052" y="252971"/>
                  </a:lnTo>
                  <a:lnTo>
                    <a:pt x="3535603" y="270967"/>
                  </a:lnTo>
                  <a:lnTo>
                    <a:pt x="3573310" y="290537"/>
                  </a:lnTo>
                  <a:lnTo>
                    <a:pt x="3607701" y="311962"/>
                  </a:lnTo>
                  <a:lnTo>
                    <a:pt x="3650919" y="347268"/>
                  </a:lnTo>
                  <a:lnTo>
                    <a:pt x="3684079" y="388543"/>
                  </a:lnTo>
                  <a:lnTo>
                    <a:pt x="3718687" y="459295"/>
                  </a:lnTo>
                  <a:lnTo>
                    <a:pt x="3732479" y="500164"/>
                  </a:lnTo>
                  <a:lnTo>
                    <a:pt x="3744163" y="543598"/>
                  </a:lnTo>
                  <a:lnTo>
                    <a:pt x="3753942" y="588835"/>
                  </a:lnTo>
                  <a:lnTo>
                    <a:pt x="3762083" y="635152"/>
                  </a:lnTo>
                  <a:lnTo>
                    <a:pt x="3768788" y="681774"/>
                  </a:lnTo>
                  <a:lnTo>
                    <a:pt x="3774313" y="727976"/>
                  </a:lnTo>
                  <a:lnTo>
                    <a:pt x="3778910" y="773023"/>
                  </a:lnTo>
                  <a:lnTo>
                    <a:pt x="3782809" y="816165"/>
                  </a:lnTo>
                  <a:lnTo>
                    <a:pt x="3786263" y="856703"/>
                  </a:lnTo>
                  <a:lnTo>
                    <a:pt x="3789527" y="893851"/>
                  </a:lnTo>
                  <a:lnTo>
                    <a:pt x="3791153" y="910971"/>
                  </a:lnTo>
                  <a:lnTo>
                    <a:pt x="3792842" y="926998"/>
                  </a:lnTo>
                  <a:lnTo>
                    <a:pt x="3794645" y="942124"/>
                  </a:lnTo>
                  <a:lnTo>
                    <a:pt x="3796754" y="954786"/>
                  </a:lnTo>
                  <a:lnTo>
                    <a:pt x="3796144" y="955027"/>
                  </a:lnTo>
                  <a:lnTo>
                    <a:pt x="3789146" y="961796"/>
                  </a:lnTo>
                  <a:lnTo>
                    <a:pt x="3785209" y="970711"/>
                  </a:lnTo>
                  <a:lnTo>
                    <a:pt x="3785120" y="974750"/>
                  </a:lnTo>
                  <a:lnTo>
                    <a:pt x="3785057" y="977887"/>
                  </a:lnTo>
                  <a:lnTo>
                    <a:pt x="3784993" y="980795"/>
                  </a:lnTo>
                  <a:lnTo>
                    <a:pt x="3788702" y="990168"/>
                  </a:lnTo>
                  <a:lnTo>
                    <a:pt x="3795471" y="997165"/>
                  </a:lnTo>
                  <a:lnTo>
                    <a:pt x="3804386" y="1001102"/>
                  </a:lnTo>
                  <a:lnTo>
                    <a:pt x="3814470" y="1001318"/>
                  </a:lnTo>
                  <a:lnTo>
                    <a:pt x="3823843" y="997610"/>
                  </a:lnTo>
                  <a:lnTo>
                    <a:pt x="3830840" y="990841"/>
                  </a:lnTo>
                  <a:lnTo>
                    <a:pt x="3834777" y="981925"/>
                  </a:lnTo>
                  <a:lnTo>
                    <a:pt x="3834866" y="977887"/>
                  </a:lnTo>
                  <a:lnTo>
                    <a:pt x="3834930" y="974750"/>
                  </a:lnTo>
                  <a:lnTo>
                    <a:pt x="3834993" y="971842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520124" y="3503815"/>
              <a:ext cx="4709795" cy="1473200"/>
            </a:xfrm>
            <a:custGeom>
              <a:avLst/>
              <a:gdLst/>
              <a:ahLst/>
              <a:cxnLst/>
              <a:rect l="l" t="t" r="r" b="b"/>
              <a:pathLst>
                <a:path w="4709795" h="1473200">
                  <a:moveTo>
                    <a:pt x="146875" y="482396"/>
                  </a:moveTo>
                  <a:lnTo>
                    <a:pt x="105054" y="397294"/>
                  </a:lnTo>
                  <a:lnTo>
                    <a:pt x="89763" y="366153"/>
                  </a:lnTo>
                  <a:lnTo>
                    <a:pt x="77406" y="375627"/>
                  </a:lnTo>
                  <a:lnTo>
                    <a:pt x="43268" y="324294"/>
                  </a:lnTo>
                  <a:lnTo>
                    <a:pt x="24498" y="281762"/>
                  </a:lnTo>
                  <a:lnTo>
                    <a:pt x="19024" y="239395"/>
                  </a:lnTo>
                  <a:lnTo>
                    <a:pt x="19900" y="223342"/>
                  </a:lnTo>
                  <a:lnTo>
                    <a:pt x="28562" y="171919"/>
                  </a:lnTo>
                  <a:lnTo>
                    <a:pt x="48006" y="103276"/>
                  </a:lnTo>
                  <a:lnTo>
                    <a:pt x="57988" y="72821"/>
                  </a:lnTo>
                  <a:lnTo>
                    <a:pt x="62534" y="58991"/>
                  </a:lnTo>
                  <a:lnTo>
                    <a:pt x="65024" y="50406"/>
                  </a:lnTo>
                  <a:lnTo>
                    <a:pt x="65570" y="50406"/>
                  </a:lnTo>
                  <a:lnTo>
                    <a:pt x="74815" y="47358"/>
                  </a:lnTo>
                  <a:lnTo>
                    <a:pt x="82245" y="41071"/>
                  </a:lnTo>
                  <a:lnTo>
                    <a:pt x="86855" y="32092"/>
                  </a:lnTo>
                  <a:lnTo>
                    <a:pt x="87566" y="22555"/>
                  </a:lnTo>
                  <a:lnTo>
                    <a:pt x="87604" y="22034"/>
                  </a:lnTo>
                  <a:lnTo>
                    <a:pt x="84556" y="12788"/>
                  </a:lnTo>
                  <a:lnTo>
                    <a:pt x="78270" y="5359"/>
                  </a:lnTo>
                  <a:lnTo>
                    <a:pt x="69291" y="749"/>
                  </a:lnTo>
                  <a:lnTo>
                    <a:pt x="59232" y="0"/>
                  </a:lnTo>
                  <a:lnTo>
                    <a:pt x="49987" y="3048"/>
                  </a:lnTo>
                  <a:lnTo>
                    <a:pt x="42557" y="9334"/>
                  </a:lnTo>
                  <a:lnTo>
                    <a:pt x="37960" y="18313"/>
                  </a:lnTo>
                  <a:lnTo>
                    <a:pt x="37236" y="27851"/>
                  </a:lnTo>
                  <a:lnTo>
                    <a:pt x="37198" y="28371"/>
                  </a:lnTo>
                  <a:lnTo>
                    <a:pt x="40246" y="37617"/>
                  </a:lnTo>
                  <a:lnTo>
                    <a:pt x="46609" y="45135"/>
                  </a:lnTo>
                  <a:lnTo>
                    <a:pt x="47840" y="41224"/>
                  </a:lnTo>
                  <a:lnTo>
                    <a:pt x="46710" y="45135"/>
                  </a:lnTo>
                  <a:lnTo>
                    <a:pt x="44234" y="53695"/>
                  </a:lnTo>
                  <a:lnTo>
                    <a:pt x="35026" y="81584"/>
                  </a:lnTo>
                  <a:lnTo>
                    <a:pt x="29883" y="97383"/>
                  </a:lnTo>
                  <a:lnTo>
                    <a:pt x="10134" y="167093"/>
                  </a:lnTo>
                  <a:lnTo>
                    <a:pt x="990" y="221081"/>
                  </a:lnTo>
                  <a:lnTo>
                    <a:pt x="0" y="238328"/>
                  </a:lnTo>
                  <a:lnTo>
                    <a:pt x="342" y="254495"/>
                  </a:lnTo>
                  <a:lnTo>
                    <a:pt x="11430" y="301904"/>
                  </a:lnTo>
                  <a:lnTo>
                    <a:pt x="45135" y="363613"/>
                  </a:lnTo>
                  <a:lnTo>
                    <a:pt x="62293" y="387210"/>
                  </a:lnTo>
                  <a:lnTo>
                    <a:pt x="49441" y="397065"/>
                  </a:lnTo>
                  <a:lnTo>
                    <a:pt x="146875" y="482396"/>
                  </a:lnTo>
                  <a:close/>
                </a:path>
                <a:path w="4709795" h="1473200">
                  <a:moveTo>
                    <a:pt x="1667700" y="482396"/>
                  </a:moveTo>
                  <a:lnTo>
                    <a:pt x="1625879" y="397294"/>
                  </a:lnTo>
                  <a:lnTo>
                    <a:pt x="1610588" y="366153"/>
                  </a:lnTo>
                  <a:lnTo>
                    <a:pt x="1598231" y="375627"/>
                  </a:lnTo>
                  <a:lnTo>
                    <a:pt x="1564093" y="324294"/>
                  </a:lnTo>
                  <a:lnTo>
                    <a:pt x="1545323" y="281762"/>
                  </a:lnTo>
                  <a:lnTo>
                    <a:pt x="1539849" y="239395"/>
                  </a:lnTo>
                  <a:lnTo>
                    <a:pt x="1540725" y="223342"/>
                  </a:lnTo>
                  <a:lnTo>
                    <a:pt x="1549387" y="171919"/>
                  </a:lnTo>
                  <a:lnTo>
                    <a:pt x="1568831" y="103276"/>
                  </a:lnTo>
                  <a:lnTo>
                    <a:pt x="1578813" y="72821"/>
                  </a:lnTo>
                  <a:lnTo>
                    <a:pt x="1583359" y="58991"/>
                  </a:lnTo>
                  <a:lnTo>
                    <a:pt x="1585836" y="50406"/>
                  </a:lnTo>
                  <a:lnTo>
                    <a:pt x="1586395" y="50406"/>
                  </a:lnTo>
                  <a:lnTo>
                    <a:pt x="1595640" y="47358"/>
                  </a:lnTo>
                  <a:lnTo>
                    <a:pt x="1603070" y="41071"/>
                  </a:lnTo>
                  <a:lnTo>
                    <a:pt x="1607680" y="32092"/>
                  </a:lnTo>
                  <a:lnTo>
                    <a:pt x="1608391" y="22555"/>
                  </a:lnTo>
                  <a:lnTo>
                    <a:pt x="1608429" y="22034"/>
                  </a:lnTo>
                  <a:lnTo>
                    <a:pt x="1605381" y="12788"/>
                  </a:lnTo>
                  <a:lnTo>
                    <a:pt x="1599095" y="5359"/>
                  </a:lnTo>
                  <a:lnTo>
                    <a:pt x="1590116" y="749"/>
                  </a:lnTo>
                  <a:lnTo>
                    <a:pt x="1580057" y="0"/>
                  </a:lnTo>
                  <a:lnTo>
                    <a:pt x="1570812" y="3048"/>
                  </a:lnTo>
                  <a:lnTo>
                    <a:pt x="1563382" y="9334"/>
                  </a:lnTo>
                  <a:lnTo>
                    <a:pt x="1558785" y="18313"/>
                  </a:lnTo>
                  <a:lnTo>
                    <a:pt x="1558061" y="27851"/>
                  </a:lnTo>
                  <a:lnTo>
                    <a:pt x="1558023" y="28371"/>
                  </a:lnTo>
                  <a:lnTo>
                    <a:pt x="1561071" y="37617"/>
                  </a:lnTo>
                  <a:lnTo>
                    <a:pt x="1567434" y="45135"/>
                  </a:lnTo>
                  <a:lnTo>
                    <a:pt x="1568665" y="41224"/>
                  </a:lnTo>
                  <a:lnTo>
                    <a:pt x="1567535" y="45135"/>
                  </a:lnTo>
                  <a:lnTo>
                    <a:pt x="1565059" y="53695"/>
                  </a:lnTo>
                  <a:lnTo>
                    <a:pt x="1555851" y="81584"/>
                  </a:lnTo>
                  <a:lnTo>
                    <a:pt x="1550708" y="97383"/>
                  </a:lnTo>
                  <a:lnTo>
                    <a:pt x="1530959" y="167093"/>
                  </a:lnTo>
                  <a:lnTo>
                    <a:pt x="1521815" y="221081"/>
                  </a:lnTo>
                  <a:lnTo>
                    <a:pt x="1520825" y="238328"/>
                  </a:lnTo>
                  <a:lnTo>
                    <a:pt x="1521167" y="254495"/>
                  </a:lnTo>
                  <a:lnTo>
                    <a:pt x="1532255" y="301904"/>
                  </a:lnTo>
                  <a:lnTo>
                    <a:pt x="1565960" y="363613"/>
                  </a:lnTo>
                  <a:lnTo>
                    <a:pt x="1583118" y="387210"/>
                  </a:lnTo>
                  <a:lnTo>
                    <a:pt x="1570266" y="397065"/>
                  </a:lnTo>
                  <a:lnTo>
                    <a:pt x="1667700" y="482396"/>
                  </a:lnTo>
                  <a:close/>
                </a:path>
                <a:path w="4709795" h="1473200">
                  <a:moveTo>
                    <a:pt x="3188525" y="482396"/>
                  </a:moveTo>
                  <a:lnTo>
                    <a:pt x="3146704" y="397294"/>
                  </a:lnTo>
                  <a:lnTo>
                    <a:pt x="3131413" y="366153"/>
                  </a:lnTo>
                  <a:lnTo>
                    <a:pt x="3119056" y="375627"/>
                  </a:lnTo>
                  <a:lnTo>
                    <a:pt x="3084919" y="324294"/>
                  </a:lnTo>
                  <a:lnTo>
                    <a:pt x="3066148" y="281762"/>
                  </a:lnTo>
                  <a:lnTo>
                    <a:pt x="3060674" y="239395"/>
                  </a:lnTo>
                  <a:lnTo>
                    <a:pt x="3061551" y="223342"/>
                  </a:lnTo>
                  <a:lnTo>
                    <a:pt x="3070212" y="171919"/>
                  </a:lnTo>
                  <a:lnTo>
                    <a:pt x="3089656" y="103276"/>
                  </a:lnTo>
                  <a:lnTo>
                    <a:pt x="3099638" y="72821"/>
                  </a:lnTo>
                  <a:lnTo>
                    <a:pt x="3104184" y="58991"/>
                  </a:lnTo>
                  <a:lnTo>
                    <a:pt x="3106674" y="50406"/>
                  </a:lnTo>
                  <a:lnTo>
                    <a:pt x="3107220" y="50406"/>
                  </a:lnTo>
                  <a:lnTo>
                    <a:pt x="3116465" y="47358"/>
                  </a:lnTo>
                  <a:lnTo>
                    <a:pt x="3123895" y="41071"/>
                  </a:lnTo>
                  <a:lnTo>
                    <a:pt x="3128505" y="32092"/>
                  </a:lnTo>
                  <a:lnTo>
                    <a:pt x="3129216" y="22555"/>
                  </a:lnTo>
                  <a:lnTo>
                    <a:pt x="3129254" y="22034"/>
                  </a:lnTo>
                  <a:lnTo>
                    <a:pt x="3126206" y="12788"/>
                  </a:lnTo>
                  <a:lnTo>
                    <a:pt x="3119920" y="5359"/>
                  </a:lnTo>
                  <a:lnTo>
                    <a:pt x="3110941" y="749"/>
                  </a:lnTo>
                  <a:lnTo>
                    <a:pt x="3100882" y="0"/>
                  </a:lnTo>
                  <a:lnTo>
                    <a:pt x="3091637" y="3048"/>
                  </a:lnTo>
                  <a:lnTo>
                    <a:pt x="3084207" y="9334"/>
                  </a:lnTo>
                  <a:lnTo>
                    <a:pt x="3079610" y="18313"/>
                  </a:lnTo>
                  <a:lnTo>
                    <a:pt x="3078886" y="27851"/>
                  </a:lnTo>
                  <a:lnTo>
                    <a:pt x="3078848" y="28371"/>
                  </a:lnTo>
                  <a:lnTo>
                    <a:pt x="3081896" y="37617"/>
                  </a:lnTo>
                  <a:lnTo>
                    <a:pt x="3088259" y="45135"/>
                  </a:lnTo>
                  <a:lnTo>
                    <a:pt x="3089491" y="41224"/>
                  </a:lnTo>
                  <a:lnTo>
                    <a:pt x="3088360" y="45135"/>
                  </a:lnTo>
                  <a:lnTo>
                    <a:pt x="3085884" y="53695"/>
                  </a:lnTo>
                  <a:lnTo>
                    <a:pt x="3076676" y="81584"/>
                  </a:lnTo>
                  <a:lnTo>
                    <a:pt x="3071533" y="97383"/>
                  </a:lnTo>
                  <a:lnTo>
                    <a:pt x="3051784" y="167093"/>
                  </a:lnTo>
                  <a:lnTo>
                    <a:pt x="3042640" y="221081"/>
                  </a:lnTo>
                  <a:lnTo>
                    <a:pt x="3041650" y="238328"/>
                  </a:lnTo>
                  <a:lnTo>
                    <a:pt x="3041993" y="254495"/>
                  </a:lnTo>
                  <a:lnTo>
                    <a:pt x="3053080" y="301904"/>
                  </a:lnTo>
                  <a:lnTo>
                    <a:pt x="3086785" y="363613"/>
                  </a:lnTo>
                  <a:lnTo>
                    <a:pt x="3103943" y="387210"/>
                  </a:lnTo>
                  <a:lnTo>
                    <a:pt x="3091091" y="397065"/>
                  </a:lnTo>
                  <a:lnTo>
                    <a:pt x="3188525" y="482396"/>
                  </a:lnTo>
                  <a:close/>
                </a:path>
                <a:path w="4709795" h="1473200">
                  <a:moveTo>
                    <a:pt x="4709350" y="1472996"/>
                  </a:moveTo>
                  <a:lnTo>
                    <a:pt x="4667529" y="1387894"/>
                  </a:lnTo>
                  <a:lnTo>
                    <a:pt x="4652238" y="1356753"/>
                  </a:lnTo>
                  <a:lnTo>
                    <a:pt x="4639881" y="1366227"/>
                  </a:lnTo>
                  <a:lnTo>
                    <a:pt x="4605744" y="1314894"/>
                  </a:lnTo>
                  <a:lnTo>
                    <a:pt x="4586973" y="1272362"/>
                  </a:lnTo>
                  <a:lnTo>
                    <a:pt x="4581499" y="1229995"/>
                  </a:lnTo>
                  <a:lnTo>
                    <a:pt x="4582376" y="1213942"/>
                  </a:lnTo>
                  <a:lnTo>
                    <a:pt x="4591037" y="1162519"/>
                  </a:lnTo>
                  <a:lnTo>
                    <a:pt x="4610481" y="1093876"/>
                  </a:lnTo>
                  <a:lnTo>
                    <a:pt x="4620463" y="1063421"/>
                  </a:lnTo>
                  <a:lnTo>
                    <a:pt x="4625010" y="1049591"/>
                  </a:lnTo>
                  <a:lnTo>
                    <a:pt x="4627499" y="1041006"/>
                  </a:lnTo>
                  <a:lnTo>
                    <a:pt x="4628045" y="1041006"/>
                  </a:lnTo>
                  <a:lnTo>
                    <a:pt x="4637290" y="1037958"/>
                  </a:lnTo>
                  <a:lnTo>
                    <a:pt x="4644720" y="1031671"/>
                  </a:lnTo>
                  <a:lnTo>
                    <a:pt x="4649330" y="1022692"/>
                  </a:lnTo>
                  <a:lnTo>
                    <a:pt x="4650041" y="1013155"/>
                  </a:lnTo>
                  <a:lnTo>
                    <a:pt x="4650079" y="1012634"/>
                  </a:lnTo>
                  <a:lnTo>
                    <a:pt x="4647031" y="1003388"/>
                  </a:lnTo>
                  <a:lnTo>
                    <a:pt x="4640745" y="995959"/>
                  </a:lnTo>
                  <a:lnTo>
                    <a:pt x="4631766" y="991349"/>
                  </a:lnTo>
                  <a:lnTo>
                    <a:pt x="4621708" y="990600"/>
                  </a:lnTo>
                  <a:lnTo>
                    <a:pt x="4612462" y="993648"/>
                  </a:lnTo>
                  <a:lnTo>
                    <a:pt x="4605032" y="999934"/>
                  </a:lnTo>
                  <a:lnTo>
                    <a:pt x="4600435" y="1008913"/>
                  </a:lnTo>
                  <a:lnTo>
                    <a:pt x="4599711" y="1018451"/>
                  </a:lnTo>
                  <a:lnTo>
                    <a:pt x="4599673" y="1018971"/>
                  </a:lnTo>
                  <a:lnTo>
                    <a:pt x="4602721" y="1028217"/>
                  </a:lnTo>
                  <a:lnTo>
                    <a:pt x="4609084" y="1035735"/>
                  </a:lnTo>
                  <a:lnTo>
                    <a:pt x="4610316" y="1031824"/>
                  </a:lnTo>
                  <a:lnTo>
                    <a:pt x="4609185" y="1035735"/>
                  </a:lnTo>
                  <a:lnTo>
                    <a:pt x="4606709" y="1044295"/>
                  </a:lnTo>
                  <a:lnTo>
                    <a:pt x="4597501" y="1072184"/>
                  </a:lnTo>
                  <a:lnTo>
                    <a:pt x="4592358" y="1087983"/>
                  </a:lnTo>
                  <a:lnTo>
                    <a:pt x="4572609" y="1157693"/>
                  </a:lnTo>
                  <a:lnTo>
                    <a:pt x="4563465" y="1211681"/>
                  </a:lnTo>
                  <a:lnTo>
                    <a:pt x="4562475" y="1228928"/>
                  </a:lnTo>
                  <a:lnTo>
                    <a:pt x="4562818" y="1245095"/>
                  </a:lnTo>
                  <a:lnTo>
                    <a:pt x="4573905" y="1292504"/>
                  </a:lnTo>
                  <a:lnTo>
                    <a:pt x="4607611" y="1354213"/>
                  </a:lnTo>
                  <a:lnTo>
                    <a:pt x="4624768" y="1377810"/>
                  </a:lnTo>
                  <a:lnTo>
                    <a:pt x="4611916" y="1387665"/>
                  </a:lnTo>
                  <a:lnTo>
                    <a:pt x="4709350" y="1472996"/>
                  </a:lnTo>
                  <a:close/>
                </a:path>
              </a:pathLst>
            </a:custGeom>
            <a:solidFill>
              <a:srgbClr val="BE2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229600" y="3376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229600" y="3376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219200" y="3376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219200" y="3376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346187" y="3367112"/>
              <a:ext cx="7059295" cy="1165225"/>
            </a:xfrm>
            <a:custGeom>
              <a:avLst/>
              <a:gdLst/>
              <a:ahLst/>
              <a:cxnLst/>
              <a:rect l="l" t="t" r="r" b="b"/>
              <a:pathLst>
                <a:path w="7059295" h="1165225">
                  <a:moveTo>
                    <a:pt x="787412" y="149199"/>
                  </a:moveTo>
                  <a:lnTo>
                    <a:pt x="733602" y="110210"/>
                  </a:lnTo>
                  <a:lnTo>
                    <a:pt x="682536" y="73190"/>
                  </a:lnTo>
                  <a:lnTo>
                    <a:pt x="675970" y="87541"/>
                  </a:lnTo>
                  <a:lnTo>
                    <a:pt x="616051" y="59855"/>
                  </a:lnTo>
                  <a:lnTo>
                    <a:pt x="561873" y="37236"/>
                  </a:lnTo>
                  <a:lnTo>
                    <a:pt x="509574" y="19011"/>
                  </a:lnTo>
                  <a:lnTo>
                    <a:pt x="452755" y="4902"/>
                  </a:lnTo>
                  <a:lnTo>
                    <a:pt x="401142" y="0"/>
                  </a:lnTo>
                  <a:lnTo>
                    <a:pt x="375805" y="1384"/>
                  </a:lnTo>
                  <a:lnTo>
                    <a:pt x="322491" y="11176"/>
                  </a:lnTo>
                  <a:lnTo>
                    <a:pt x="267233" y="28143"/>
                  </a:lnTo>
                  <a:lnTo>
                    <a:pt x="185127" y="61582"/>
                  </a:lnTo>
                  <a:lnTo>
                    <a:pt x="133985" y="85598"/>
                  </a:lnTo>
                  <a:lnTo>
                    <a:pt x="68110" y="118033"/>
                  </a:lnTo>
                  <a:lnTo>
                    <a:pt x="50393" y="126542"/>
                  </a:lnTo>
                  <a:lnTo>
                    <a:pt x="43256" y="129603"/>
                  </a:lnTo>
                  <a:lnTo>
                    <a:pt x="43103" y="129387"/>
                  </a:lnTo>
                  <a:lnTo>
                    <a:pt x="34950" y="124079"/>
                  </a:lnTo>
                  <a:lnTo>
                    <a:pt x="101" y="147129"/>
                  </a:lnTo>
                  <a:lnTo>
                    <a:pt x="0" y="147637"/>
                  </a:lnTo>
                  <a:lnTo>
                    <a:pt x="25425" y="173024"/>
                  </a:lnTo>
                  <a:lnTo>
                    <a:pt x="35306" y="171005"/>
                  </a:lnTo>
                  <a:lnTo>
                    <a:pt x="43637" y="165315"/>
                  </a:lnTo>
                  <a:lnTo>
                    <a:pt x="48945" y="157162"/>
                  </a:lnTo>
                  <a:lnTo>
                    <a:pt x="49098" y="156375"/>
                  </a:lnTo>
                  <a:lnTo>
                    <a:pt x="50812" y="147637"/>
                  </a:lnTo>
                  <a:lnTo>
                    <a:pt x="50711" y="147129"/>
                  </a:lnTo>
                  <a:lnTo>
                    <a:pt x="57886" y="144056"/>
                  </a:lnTo>
                  <a:lnTo>
                    <a:pt x="76352" y="135204"/>
                  </a:lnTo>
                  <a:lnTo>
                    <a:pt x="142367" y="102704"/>
                  </a:lnTo>
                  <a:lnTo>
                    <a:pt x="193103" y="78879"/>
                  </a:lnTo>
                  <a:lnTo>
                    <a:pt x="246837" y="56121"/>
                  </a:lnTo>
                  <a:lnTo>
                    <a:pt x="300990" y="36995"/>
                  </a:lnTo>
                  <a:lnTo>
                    <a:pt x="353593" y="23837"/>
                  </a:lnTo>
                  <a:lnTo>
                    <a:pt x="378307" y="20269"/>
                  </a:lnTo>
                  <a:lnTo>
                    <a:pt x="377901" y="20269"/>
                  </a:lnTo>
                  <a:lnTo>
                    <a:pt x="402158" y="19011"/>
                  </a:lnTo>
                  <a:lnTo>
                    <a:pt x="425538" y="20269"/>
                  </a:lnTo>
                  <a:lnTo>
                    <a:pt x="450545" y="23837"/>
                  </a:lnTo>
                  <a:lnTo>
                    <a:pt x="450392" y="23837"/>
                  </a:lnTo>
                  <a:lnTo>
                    <a:pt x="475602" y="29260"/>
                  </a:lnTo>
                  <a:lnTo>
                    <a:pt x="528447" y="45212"/>
                  </a:lnTo>
                  <a:lnTo>
                    <a:pt x="608711" y="77431"/>
                  </a:lnTo>
                  <a:lnTo>
                    <a:pt x="668020" y="104863"/>
                  </a:lnTo>
                  <a:lnTo>
                    <a:pt x="661377" y="119380"/>
                  </a:lnTo>
                  <a:lnTo>
                    <a:pt x="787412" y="149199"/>
                  </a:lnTo>
                  <a:close/>
                </a:path>
                <a:path w="7059295" h="1165225">
                  <a:moveTo>
                    <a:pt x="965200" y="163512"/>
                  </a:moveTo>
                  <a:lnTo>
                    <a:pt x="939787" y="138087"/>
                  </a:lnTo>
                  <a:lnTo>
                    <a:pt x="929906" y="140106"/>
                  </a:lnTo>
                  <a:lnTo>
                    <a:pt x="921575" y="145796"/>
                  </a:lnTo>
                  <a:lnTo>
                    <a:pt x="916266" y="153949"/>
                  </a:lnTo>
                  <a:lnTo>
                    <a:pt x="914400" y="163512"/>
                  </a:lnTo>
                  <a:lnTo>
                    <a:pt x="914501" y="163982"/>
                  </a:lnTo>
                  <a:lnTo>
                    <a:pt x="907326" y="167055"/>
                  </a:lnTo>
                  <a:lnTo>
                    <a:pt x="888860" y="175907"/>
                  </a:lnTo>
                  <a:lnTo>
                    <a:pt x="822845" y="208407"/>
                  </a:lnTo>
                  <a:lnTo>
                    <a:pt x="797979" y="220306"/>
                  </a:lnTo>
                  <a:lnTo>
                    <a:pt x="718388" y="254990"/>
                  </a:lnTo>
                  <a:lnTo>
                    <a:pt x="664222" y="274116"/>
                  </a:lnTo>
                  <a:lnTo>
                    <a:pt x="611327" y="287337"/>
                  </a:lnTo>
                  <a:lnTo>
                    <a:pt x="611174" y="287337"/>
                  </a:lnTo>
                  <a:lnTo>
                    <a:pt x="586676" y="290868"/>
                  </a:lnTo>
                  <a:lnTo>
                    <a:pt x="563054" y="292100"/>
                  </a:lnTo>
                  <a:lnTo>
                    <a:pt x="540308" y="290868"/>
                  </a:lnTo>
                  <a:lnTo>
                    <a:pt x="539915" y="290868"/>
                  </a:lnTo>
                  <a:lnTo>
                    <a:pt x="489610" y="281851"/>
                  </a:lnTo>
                  <a:lnTo>
                    <a:pt x="436765" y="265899"/>
                  </a:lnTo>
                  <a:lnTo>
                    <a:pt x="356501" y="233680"/>
                  </a:lnTo>
                  <a:lnTo>
                    <a:pt x="297180" y="206248"/>
                  </a:lnTo>
                  <a:lnTo>
                    <a:pt x="299631" y="200901"/>
                  </a:lnTo>
                  <a:lnTo>
                    <a:pt x="303834" y="191731"/>
                  </a:lnTo>
                  <a:lnTo>
                    <a:pt x="177812" y="161899"/>
                  </a:lnTo>
                  <a:lnTo>
                    <a:pt x="282676" y="237921"/>
                  </a:lnTo>
                  <a:lnTo>
                    <a:pt x="289242" y="223570"/>
                  </a:lnTo>
                  <a:lnTo>
                    <a:pt x="349161" y="251256"/>
                  </a:lnTo>
                  <a:lnTo>
                    <a:pt x="403339" y="273875"/>
                  </a:lnTo>
                  <a:lnTo>
                    <a:pt x="458343" y="292976"/>
                  </a:lnTo>
                  <a:lnTo>
                    <a:pt x="512457" y="306209"/>
                  </a:lnTo>
                  <a:lnTo>
                    <a:pt x="564083" y="311111"/>
                  </a:lnTo>
                  <a:lnTo>
                    <a:pt x="589407" y="309727"/>
                  </a:lnTo>
                  <a:lnTo>
                    <a:pt x="642721" y="299935"/>
                  </a:lnTo>
                  <a:lnTo>
                    <a:pt x="697979" y="282968"/>
                  </a:lnTo>
                  <a:lnTo>
                    <a:pt x="780084" y="249529"/>
                  </a:lnTo>
                  <a:lnTo>
                    <a:pt x="831227" y="225513"/>
                  </a:lnTo>
                  <a:lnTo>
                    <a:pt x="897102" y="193078"/>
                  </a:lnTo>
                  <a:lnTo>
                    <a:pt x="914831" y="184569"/>
                  </a:lnTo>
                  <a:lnTo>
                    <a:pt x="921956" y="181508"/>
                  </a:lnTo>
                  <a:lnTo>
                    <a:pt x="922108" y="181724"/>
                  </a:lnTo>
                  <a:lnTo>
                    <a:pt x="930262" y="187032"/>
                  </a:lnTo>
                  <a:lnTo>
                    <a:pt x="965111" y="163982"/>
                  </a:lnTo>
                  <a:lnTo>
                    <a:pt x="965200" y="163512"/>
                  </a:lnTo>
                  <a:close/>
                </a:path>
                <a:path w="7059295" h="1165225">
                  <a:moveTo>
                    <a:pt x="6745491" y="312000"/>
                  </a:moveTo>
                  <a:lnTo>
                    <a:pt x="6743382" y="293052"/>
                  </a:lnTo>
                  <a:lnTo>
                    <a:pt x="6663588" y="298919"/>
                  </a:lnTo>
                  <a:lnTo>
                    <a:pt x="6620815" y="302488"/>
                  </a:lnTo>
                  <a:lnTo>
                    <a:pt x="6577330" y="307047"/>
                  </a:lnTo>
                  <a:lnTo>
                    <a:pt x="6533743" y="312953"/>
                  </a:lnTo>
                  <a:lnTo>
                    <a:pt x="6490703" y="320560"/>
                  </a:lnTo>
                  <a:lnTo>
                    <a:pt x="6448806" y="330225"/>
                  </a:lnTo>
                  <a:lnTo>
                    <a:pt x="6408674" y="342328"/>
                  </a:lnTo>
                  <a:lnTo>
                    <a:pt x="6370942" y="357251"/>
                  </a:lnTo>
                  <a:lnTo>
                    <a:pt x="6336233" y="375399"/>
                  </a:lnTo>
                  <a:lnTo>
                    <a:pt x="6291681" y="409308"/>
                  </a:lnTo>
                  <a:lnTo>
                    <a:pt x="6256629" y="453885"/>
                  </a:lnTo>
                  <a:lnTo>
                    <a:pt x="6237148" y="491109"/>
                  </a:lnTo>
                  <a:lnTo>
                    <a:pt x="6220142" y="533641"/>
                  </a:lnTo>
                  <a:lnTo>
                    <a:pt x="6205461" y="580250"/>
                  </a:lnTo>
                  <a:lnTo>
                    <a:pt x="6192786" y="630237"/>
                  </a:lnTo>
                  <a:lnTo>
                    <a:pt x="6181877" y="682701"/>
                  </a:lnTo>
                  <a:lnTo>
                    <a:pt x="6172530" y="736714"/>
                  </a:lnTo>
                  <a:lnTo>
                    <a:pt x="6164542" y="791349"/>
                  </a:lnTo>
                  <a:lnTo>
                    <a:pt x="6157696" y="845667"/>
                  </a:lnTo>
                  <a:lnTo>
                    <a:pt x="6151778" y="898740"/>
                  </a:lnTo>
                  <a:lnTo>
                    <a:pt x="6146609" y="949629"/>
                  </a:lnTo>
                  <a:lnTo>
                    <a:pt x="6139777" y="1019810"/>
                  </a:lnTo>
                  <a:lnTo>
                    <a:pt x="6137656" y="1041082"/>
                  </a:lnTo>
                  <a:lnTo>
                    <a:pt x="6133477" y="1079703"/>
                  </a:lnTo>
                  <a:lnTo>
                    <a:pt x="6128753" y="1115047"/>
                  </a:lnTo>
                  <a:lnTo>
                    <a:pt x="6128410" y="1115047"/>
                  </a:lnTo>
                  <a:lnTo>
                    <a:pt x="6119520" y="1119009"/>
                  </a:lnTo>
                  <a:lnTo>
                    <a:pt x="6112764" y="1126020"/>
                  </a:lnTo>
                  <a:lnTo>
                    <a:pt x="6109093" y="1135418"/>
                  </a:lnTo>
                  <a:lnTo>
                    <a:pt x="6109157" y="1138161"/>
                  </a:lnTo>
                  <a:lnTo>
                    <a:pt x="6109246" y="1141450"/>
                  </a:lnTo>
                  <a:lnTo>
                    <a:pt x="6109347" y="1145501"/>
                  </a:lnTo>
                  <a:lnTo>
                    <a:pt x="6113310" y="1154391"/>
                  </a:lnTo>
                  <a:lnTo>
                    <a:pt x="6120320" y="1161148"/>
                  </a:lnTo>
                  <a:lnTo>
                    <a:pt x="6129718" y="1164818"/>
                  </a:lnTo>
                  <a:lnTo>
                    <a:pt x="6139802" y="1164564"/>
                  </a:lnTo>
                  <a:lnTo>
                    <a:pt x="6148692" y="1160602"/>
                  </a:lnTo>
                  <a:lnTo>
                    <a:pt x="6155448" y="1153591"/>
                  </a:lnTo>
                  <a:lnTo>
                    <a:pt x="6159119" y="1144193"/>
                  </a:lnTo>
                  <a:lnTo>
                    <a:pt x="6159055" y="1141450"/>
                  </a:lnTo>
                  <a:lnTo>
                    <a:pt x="6158966" y="1138161"/>
                  </a:lnTo>
                  <a:lnTo>
                    <a:pt x="6158865" y="1134110"/>
                  </a:lnTo>
                  <a:lnTo>
                    <a:pt x="6154902" y="1125220"/>
                  </a:lnTo>
                  <a:lnTo>
                    <a:pt x="6147892" y="1118463"/>
                  </a:lnTo>
                  <a:lnTo>
                    <a:pt x="6147536" y="1118323"/>
                  </a:lnTo>
                  <a:lnTo>
                    <a:pt x="6148044" y="1115390"/>
                  </a:lnTo>
                  <a:lnTo>
                    <a:pt x="6148121" y="1114793"/>
                  </a:lnTo>
                  <a:lnTo>
                    <a:pt x="6150254" y="1099400"/>
                  </a:lnTo>
                  <a:lnTo>
                    <a:pt x="6152388" y="1082014"/>
                  </a:lnTo>
                  <a:lnTo>
                    <a:pt x="6154496" y="1063205"/>
                  </a:lnTo>
                  <a:lnTo>
                    <a:pt x="6156604" y="1043063"/>
                  </a:lnTo>
                  <a:lnTo>
                    <a:pt x="6158738" y="1021702"/>
                  </a:lnTo>
                  <a:lnTo>
                    <a:pt x="6165570" y="951471"/>
                  </a:lnTo>
                  <a:lnTo>
                    <a:pt x="6170739" y="900671"/>
                  </a:lnTo>
                  <a:lnTo>
                    <a:pt x="6176632" y="847775"/>
                  </a:lnTo>
                  <a:lnTo>
                    <a:pt x="6183439" y="793737"/>
                  </a:lnTo>
                  <a:lnTo>
                    <a:pt x="6191389" y="739470"/>
                  </a:lnTo>
                  <a:lnTo>
                    <a:pt x="6200648" y="685952"/>
                  </a:lnTo>
                  <a:lnTo>
                    <a:pt x="6211430" y="634123"/>
                  </a:lnTo>
                  <a:lnTo>
                    <a:pt x="6223927" y="584936"/>
                  </a:lnTo>
                  <a:lnTo>
                    <a:pt x="6238316" y="539369"/>
                  </a:lnTo>
                  <a:lnTo>
                    <a:pt x="6254661" y="498576"/>
                  </a:lnTo>
                  <a:lnTo>
                    <a:pt x="6273228" y="463245"/>
                  </a:lnTo>
                  <a:lnTo>
                    <a:pt x="6305499" y="422402"/>
                  </a:lnTo>
                  <a:lnTo>
                    <a:pt x="6347155" y="391020"/>
                  </a:lnTo>
                  <a:lnTo>
                    <a:pt x="6415659" y="360057"/>
                  </a:lnTo>
                  <a:lnTo>
                    <a:pt x="6454292" y="348475"/>
                  </a:lnTo>
                  <a:lnTo>
                    <a:pt x="6494970" y="339128"/>
                  </a:lnTo>
                  <a:lnTo>
                    <a:pt x="6537058" y="331724"/>
                  </a:lnTo>
                  <a:lnTo>
                    <a:pt x="6579883" y="325932"/>
                  </a:lnTo>
                  <a:lnTo>
                    <a:pt x="6622809" y="321437"/>
                  </a:lnTo>
                  <a:lnTo>
                    <a:pt x="6665163" y="317906"/>
                  </a:lnTo>
                  <a:lnTo>
                    <a:pt x="6745491" y="312000"/>
                  </a:lnTo>
                  <a:close/>
                </a:path>
                <a:path w="7059295" h="1165225">
                  <a:moveTo>
                    <a:pt x="6870713" y="288899"/>
                  </a:moveTo>
                  <a:lnTo>
                    <a:pt x="6741681" y="277710"/>
                  </a:lnTo>
                  <a:lnTo>
                    <a:pt x="6743268" y="292049"/>
                  </a:lnTo>
                  <a:lnTo>
                    <a:pt x="6743382" y="293052"/>
                  </a:lnTo>
                  <a:lnTo>
                    <a:pt x="6745389" y="311048"/>
                  </a:lnTo>
                  <a:lnTo>
                    <a:pt x="6745491" y="312000"/>
                  </a:lnTo>
                  <a:lnTo>
                    <a:pt x="6747294" y="328206"/>
                  </a:lnTo>
                  <a:lnTo>
                    <a:pt x="6860819" y="292049"/>
                  </a:lnTo>
                  <a:lnTo>
                    <a:pt x="6870713" y="288899"/>
                  </a:lnTo>
                  <a:close/>
                </a:path>
                <a:path w="7059295" h="1165225">
                  <a:moveTo>
                    <a:pt x="7059295" y="157835"/>
                  </a:moveTo>
                  <a:lnTo>
                    <a:pt x="7057288" y="152514"/>
                  </a:lnTo>
                  <a:lnTo>
                    <a:pt x="7055739" y="148399"/>
                  </a:lnTo>
                  <a:lnTo>
                    <a:pt x="7049071" y="141300"/>
                  </a:lnTo>
                  <a:lnTo>
                    <a:pt x="7040232" y="137223"/>
                  </a:lnTo>
                  <a:lnTo>
                    <a:pt x="7030148" y="136829"/>
                  </a:lnTo>
                  <a:lnTo>
                    <a:pt x="7020712" y="140385"/>
                  </a:lnTo>
                  <a:lnTo>
                    <a:pt x="7013613" y="147053"/>
                  </a:lnTo>
                  <a:lnTo>
                    <a:pt x="7009536" y="155892"/>
                  </a:lnTo>
                  <a:lnTo>
                    <a:pt x="7009511" y="156349"/>
                  </a:lnTo>
                  <a:lnTo>
                    <a:pt x="6990715" y="159473"/>
                  </a:lnTo>
                  <a:lnTo>
                    <a:pt x="6966242" y="163893"/>
                  </a:lnTo>
                  <a:lnTo>
                    <a:pt x="6587147" y="237388"/>
                  </a:lnTo>
                  <a:lnTo>
                    <a:pt x="6418085" y="267754"/>
                  </a:lnTo>
                  <a:lnTo>
                    <a:pt x="6331394" y="282003"/>
                  </a:lnTo>
                  <a:lnTo>
                    <a:pt x="6244552" y="295122"/>
                  </a:lnTo>
                  <a:lnTo>
                    <a:pt x="6158509" y="306730"/>
                  </a:lnTo>
                  <a:lnTo>
                    <a:pt x="6074232" y="316420"/>
                  </a:lnTo>
                  <a:lnTo>
                    <a:pt x="5992711" y="323811"/>
                  </a:lnTo>
                  <a:lnTo>
                    <a:pt x="5953353" y="326529"/>
                  </a:lnTo>
                  <a:lnTo>
                    <a:pt x="5913831" y="328587"/>
                  </a:lnTo>
                  <a:lnTo>
                    <a:pt x="5913183" y="328587"/>
                  </a:lnTo>
                  <a:lnTo>
                    <a:pt x="5877788" y="329755"/>
                  </a:lnTo>
                  <a:lnTo>
                    <a:pt x="5770308" y="328587"/>
                  </a:lnTo>
                  <a:lnTo>
                    <a:pt x="5696978" y="324053"/>
                  </a:lnTo>
                  <a:lnTo>
                    <a:pt x="5622302" y="316941"/>
                  </a:lnTo>
                  <a:lnTo>
                    <a:pt x="5546814" y="307606"/>
                  </a:lnTo>
                  <a:lnTo>
                    <a:pt x="5471007" y="296405"/>
                  </a:lnTo>
                  <a:lnTo>
                    <a:pt x="5395430" y="283679"/>
                  </a:lnTo>
                  <a:lnTo>
                    <a:pt x="5320576" y="269811"/>
                  </a:lnTo>
                  <a:lnTo>
                    <a:pt x="5246967" y="255155"/>
                  </a:lnTo>
                  <a:lnTo>
                    <a:pt x="4888954" y="177012"/>
                  </a:lnTo>
                  <a:lnTo>
                    <a:pt x="4889449" y="174434"/>
                  </a:lnTo>
                  <a:lnTo>
                    <a:pt x="4892014" y="161251"/>
                  </a:lnTo>
                  <a:lnTo>
                    <a:pt x="4762512" y="161899"/>
                  </a:lnTo>
                  <a:lnTo>
                    <a:pt x="4882312" y="211112"/>
                  </a:lnTo>
                  <a:lnTo>
                    <a:pt x="4885296" y="195795"/>
                  </a:lnTo>
                  <a:lnTo>
                    <a:pt x="4885741" y="195795"/>
                  </a:lnTo>
                  <a:lnTo>
                    <a:pt x="5243246" y="273837"/>
                  </a:lnTo>
                  <a:lnTo>
                    <a:pt x="5317109" y="288544"/>
                  </a:lnTo>
                  <a:lnTo>
                    <a:pt x="5392267" y="302463"/>
                  </a:lnTo>
                  <a:lnTo>
                    <a:pt x="5468226" y="315239"/>
                  </a:lnTo>
                  <a:lnTo>
                    <a:pt x="5544604" y="326529"/>
                  </a:lnTo>
                  <a:lnTo>
                    <a:pt x="5620499" y="335902"/>
                  </a:lnTo>
                  <a:lnTo>
                    <a:pt x="5695810" y="343065"/>
                  </a:lnTo>
                  <a:lnTo>
                    <a:pt x="5769889" y="347637"/>
                  </a:lnTo>
                  <a:lnTo>
                    <a:pt x="5842114" y="349224"/>
                  </a:lnTo>
                  <a:lnTo>
                    <a:pt x="5878423" y="348805"/>
                  </a:lnTo>
                  <a:lnTo>
                    <a:pt x="5913564" y="347637"/>
                  </a:lnTo>
                  <a:lnTo>
                    <a:pt x="5914441" y="347637"/>
                  </a:lnTo>
                  <a:lnTo>
                    <a:pt x="5954661" y="345528"/>
                  </a:lnTo>
                  <a:lnTo>
                    <a:pt x="5994438" y="342785"/>
                  </a:lnTo>
                  <a:lnTo>
                    <a:pt x="6076416" y="335343"/>
                  </a:lnTo>
                  <a:lnTo>
                    <a:pt x="6121285" y="330187"/>
                  </a:lnTo>
                  <a:lnTo>
                    <a:pt x="6161049" y="325602"/>
                  </a:lnTo>
                  <a:lnTo>
                    <a:pt x="6247396" y="313956"/>
                  </a:lnTo>
                  <a:lnTo>
                    <a:pt x="6334493" y="300799"/>
                  </a:lnTo>
                  <a:lnTo>
                    <a:pt x="6421374" y="286512"/>
                  </a:lnTo>
                  <a:lnTo>
                    <a:pt x="6590716" y="256108"/>
                  </a:lnTo>
                  <a:lnTo>
                    <a:pt x="6969633" y="182638"/>
                  </a:lnTo>
                  <a:lnTo>
                    <a:pt x="6993839" y="178269"/>
                  </a:lnTo>
                  <a:lnTo>
                    <a:pt x="7012597" y="175158"/>
                  </a:lnTo>
                  <a:lnTo>
                    <a:pt x="7012699" y="175412"/>
                  </a:lnTo>
                  <a:lnTo>
                    <a:pt x="7019493" y="182638"/>
                  </a:lnTo>
                  <a:lnTo>
                    <a:pt x="7019645" y="182638"/>
                  </a:lnTo>
                  <a:lnTo>
                    <a:pt x="7028205" y="186588"/>
                  </a:lnTo>
                  <a:lnTo>
                    <a:pt x="7038289" y="186982"/>
                  </a:lnTo>
                  <a:lnTo>
                    <a:pt x="7059054" y="163893"/>
                  </a:lnTo>
                  <a:lnTo>
                    <a:pt x="7059155" y="161251"/>
                  </a:lnTo>
                  <a:lnTo>
                    <a:pt x="7059231" y="159473"/>
                  </a:lnTo>
                  <a:lnTo>
                    <a:pt x="7059295" y="157835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4270376" y="3791204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BE2D00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795962" y="3791204"/>
            <a:ext cx="2051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BE2D00"/>
                </a:solidFill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318376" y="3791204"/>
            <a:ext cx="20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BE2D00"/>
                </a:solidFill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8830468" y="4781804"/>
            <a:ext cx="232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BE2D00"/>
                </a:solidFill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8582818" y="386740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40458C"/>
                </a:solidFill>
                <a:latin typeface="Tahoma"/>
                <a:cs typeface="Tahoma"/>
              </a:rPr>
              <a:t>p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2733675" y="5475288"/>
            <a:ext cx="5810250" cy="619125"/>
            <a:chOff x="1209675" y="5475287"/>
            <a:chExt cx="5810250" cy="619125"/>
          </a:xfrm>
        </p:grpSpPr>
        <p:sp>
          <p:nvSpPr>
            <p:cNvPr id="88" name="object 88"/>
            <p:cNvSpPr/>
            <p:nvPr/>
          </p:nvSpPr>
          <p:spPr>
            <a:xfrm>
              <a:off x="2133600" y="54848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133600" y="54848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2438400" y="54848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438400" y="54848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743200" y="54848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743200" y="54848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870193" y="5489587"/>
              <a:ext cx="788035" cy="173355"/>
            </a:xfrm>
            <a:custGeom>
              <a:avLst/>
              <a:gdLst/>
              <a:ahLst/>
              <a:cxnLst/>
              <a:rect l="l" t="t" r="r" b="b"/>
              <a:pathLst>
                <a:path w="788035" h="173354">
                  <a:moveTo>
                    <a:pt x="25390" y="122218"/>
                  </a:moveTo>
                  <a:lnTo>
                    <a:pt x="0" y="147640"/>
                  </a:lnTo>
                  <a:lnTo>
                    <a:pt x="1941" y="157165"/>
                  </a:lnTo>
                  <a:lnTo>
                    <a:pt x="2014" y="157523"/>
                  </a:lnTo>
                  <a:lnTo>
                    <a:pt x="7706" y="165850"/>
                  </a:lnTo>
                  <a:lnTo>
                    <a:pt x="15865" y="171164"/>
                  </a:lnTo>
                  <a:lnTo>
                    <a:pt x="25422" y="173031"/>
                  </a:lnTo>
                  <a:lnTo>
                    <a:pt x="35306" y="171016"/>
                  </a:lnTo>
                  <a:lnTo>
                    <a:pt x="43633" y="165324"/>
                  </a:lnTo>
                  <a:lnTo>
                    <a:pt x="48946" y="157165"/>
                  </a:lnTo>
                  <a:lnTo>
                    <a:pt x="49099" y="156379"/>
                  </a:lnTo>
                  <a:lnTo>
                    <a:pt x="29159" y="156379"/>
                  </a:lnTo>
                  <a:lnTo>
                    <a:pt x="21653" y="138869"/>
                  </a:lnTo>
                  <a:lnTo>
                    <a:pt x="43252" y="129612"/>
                  </a:lnTo>
                  <a:lnTo>
                    <a:pt x="43106" y="129398"/>
                  </a:lnTo>
                  <a:lnTo>
                    <a:pt x="34947" y="124084"/>
                  </a:lnTo>
                  <a:lnTo>
                    <a:pt x="25390" y="122218"/>
                  </a:lnTo>
                  <a:close/>
                </a:path>
                <a:path w="788035" h="173354">
                  <a:moveTo>
                    <a:pt x="43252" y="129612"/>
                  </a:moveTo>
                  <a:lnTo>
                    <a:pt x="21653" y="138869"/>
                  </a:lnTo>
                  <a:lnTo>
                    <a:pt x="29159" y="156379"/>
                  </a:lnTo>
                  <a:lnTo>
                    <a:pt x="50716" y="147139"/>
                  </a:lnTo>
                  <a:lnTo>
                    <a:pt x="48870" y="138084"/>
                  </a:lnTo>
                  <a:lnTo>
                    <a:pt x="48797" y="137725"/>
                  </a:lnTo>
                  <a:lnTo>
                    <a:pt x="43252" y="129612"/>
                  </a:lnTo>
                  <a:close/>
                </a:path>
                <a:path w="788035" h="173354">
                  <a:moveTo>
                    <a:pt x="50716" y="147139"/>
                  </a:moveTo>
                  <a:lnTo>
                    <a:pt x="29159" y="156379"/>
                  </a:lnTo>
                  <a:lnTo>
                    <a:pt x="49099" y="156379"/>
                  </a:lnTo>
                  <a:lnTo>
                    <a:pt x="50806" y="147640"/>
                  </a:lnTo>
                  <a:lnTo>
                    <a:pt x="50716" y="147139"/>
                  </a:lnTo>
                  <a:close/>
                </a:path>
                <a:path w="788035" h="173354">
                  <a:moveTo>
                    <a:pt x="668026" y="104867"/>
                  </a:moveTo>
                  <a:lnTo>
                    <a:pt x="661374" y="119381"/>
                  </a:lnTo>
                  <a:lnTo>
                    <a:pt x="787406" y="149212"/>
                  </a:lnTo>
                  <a:lnTo>
                    <a:pt x="733603" y="110213"/>
                  </a:lnTo>
                  <a:lnTo>
                    <a:pt x="679471" y="110213"/>
                  </a:lnTo>
                  <a:lnTo>
                    <a:pt x="668026" y="104867"/>
                  </a:lnTo>
                  <a:close/>
                </a:path>
                <a:path w="788035" h="173354">
                  <a:moveTo>
                    <a:pt x="401136" y="0"/>
                  </a:moveTo>
                  <a:lnTo>
                    <a:pt x="349510" y="5232"/>
                  </a:lnTo>
                  <a:lnTo>
                    <a:pt x="294692" y="19023"/>
                  </a:lnTo>
                  <a:lnTo>
                    <a:pt x="239397" y="38581"/>
                  </a:lnTo>
                  <a:lnTo>
                    <a:pt x="185128" y="61584"/>
                  </a:lnTo>
                  <a:lnTo>
                    <a:pt x="133981" y="85604"/>
                  </a:lnTo>
                  <a:lnTo>
                    <a:pt x="68114" y="118038"/>
                  </a:lnTo>
                  <a:lnTo>
                    <a:pt x="50387" y="126554"/>
                  </a:lnTo>
                  <a:lnTo>
                    <a:pt x="43252" y="129612"/>
                  </a:lnTo>
                  <a:lnTo>
                    <a:pt x="48797" y="137725"/>
                  </a:lnTo>
                  <a:lnTo>
                    <a:pt x="50716" y="147139"/>
                  </a:lnTo>
                  <a:lnTo>
                    <a:pt x="57891" y="144063"/>
                  </a:lnTo>
                  <a:lnTo>
                    <a:pt x="76356" y="135213"/>
                  </a:lnTo>
                  <a:lnTo>
                    <a:pt x="142362" y="102711"/>
                  </a:lnTo>
                  <a:lnTo>
                    <a:pt x="167237" y="90811"/>
                  </a:lnTo>
                  <a:lnTo>
                    <a:pt x="246831" y="56121"/>
                  </a:lnTo>
                  <a:lnTo>
                    <a:pt x="300987" y="37006"/>
                  </a:lnTo>
                  <a:lnTo>
                    <a:pt x="353597" y="23837"/>
                  </a:lnTo>
                  <a:lnTo>
                    <a:pt x="378299" y="20279"/>
                  </a:lnTo>
                  <a:lnTo>
                    <a:pt x="377874" y="20279"/>
                  </a:lnTo>
                  <a:lnTo>
                    <a:pt x="402152" y="19023"/>
                  </a:lnTo>
                  <a:lnTo>
                    <a:pt x="509577" y="19023"/>
                  </a:lnTo>
                  <a:lnTo>
                    <a:pt x="506866" y="18139"/>
                  </a:lnTo>
                  <a:lnTo>
                    <a:pt x="479599" y="10642"/>
                  </a:lnTo>
                  <a:lnTo>
                    <a:pt x="452755" y="4911"/>
                  </a:lnTo>
                  <a:lnTo>
                    <a:pt x="426522" y="1254"/>
                  </a:lnTo>
                  <a:lnTo>
                    <a:pt x="401136" y="0"/>
                  </a:lnTo>
                  <a:close/>
                </a:path>
                <a:path w="788035" h="173354">
                  <a:moveTo>
                    <a:pt x="675964" y="87550"/>
                  </a:moveTo>
                  <a:lnTo>
                    <a:pt x="668026" y="104867"/>
                  </a:lnTo>
                  <a:lnTo>
                    <a:pt x="679471" y="110213"/>
                  </a:lnTo>
                  <a:lnTo>
                    <a:pt x="687533" y="92953"/>
                  </a:lnTo>
                  <a:lnTo>
                    <a:pt x="675964" y="87550"/>
                  </a:lnTo>
                  <a:close/>
                </a:path>
                <a:path w="788035" h="173354">
                  <a:moveTo>
                    <a:pt x="682541" y="73201"/>
                  </a:moveTo>
                  <a:lnTo>
                    <a:pt x="675964" y="87550"/>
                  </a:lnTo>
                  <a:lnTo>
                    <a:pt x="687533" y="92953"/>
                  </a:lnTo>
                  <a:lnTo>
                    <a:pt x="679471" y="110213"/>
                  </a:lnTo>
                  <a:lnTo>
                    <a:pt x="733603" y="110213"/>
                  </a:lnTo>
                  <a:lnTo>
                    <a:pt x="682541" y="73201"/>
                  </a:lnTo>
                  <a:close/>
                </a:path>
                <a:path w="788035" h="173354">
                  <a:moveTo>
                    <a:pt x="509577" y="19023"/>
                  </a:moveTo>
                  <a:lnTo>
                    <a:pt x="402152" y="19023"/>
                  </a:lnTo>
                  <a:lnTo>
                    <a:pt x="425544" y="20279"/>
                  </a:lnTo>
                  <a:lnTo>
                    <a:pt x="450544" y="23837"/>
                  </a:lnTo>
                  <a:lnTo>
                    <a:pt x="450393" y="23837"/>
                  </a:lnTo>
                  <a:lnTo>
                    <a:pt x="475605" y="29268"/>
                  </a:lnTo>
                  <a:lnTo>
                    <a:pt x="501805" y="36504"/>
                  </a:lnTo>
                  <a:lnTo>
                    <a:pt x="528447" y="45212"/>
                  </a:lnTo>
                  <a:lnTo>
                    <a:pt x="555287" y="55116"/>
                  </a:lnTo>
                  <a:lnTo>
                    <a:pt x="608713" y="77435"/>
                  </a:lnTo>
                  <a:lnTo>
                    <a:pt x="668026" y="104867"/>
                  </a:lnTo>
                  <a:lnTo>
                    <a:pt x="675964" y="87550"/>
                  </a:lnTo>
                  <a:lnTo>
                    <a:pt x="616054" y="59856"/>
                  </a:lnTo>
                  <a:lnTo>
                    <a:pt x="561878" y="37242"/>
                  </a:lnTo>
                  <a:lnTo>
                    <a:pt x="534359" y="27103"/>
                  </a:lnTo>
                  <a:lnTo>
                    <a:pt x="509577" y="19023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657600" y="54848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657600" y="54848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962400" y="54848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962400" y="54848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267200" y="54848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267200" y="54848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394192" y="5489587"/>
              <a:ext cx="788035" cy="173355"/>
            </a:xfrm>
            <a:custGeom>
              <a:avLst/>
              <a:gdLst/>
              <a:ahLst/>
              <a:cxnLst/>
              <a:rect l="l" t="t" r="r" b="b"/>
              <a:pathLst>
                <a:path w="788035" h="173354">
                  <a:moveTo>
                    <a:pt x="25390" y="122218"/>
                  </a:moveTo>
                  <a:lnTo>
                    <a:pt x="0" y="147640"/>
                  </a:lnTo>
                  <a:lnTo>
                    <a:pt x="1941" y="157165"/>
                  </a:lnTo>
                  <a:lnTo>
                    <a:pt x="2014" y="157523"/>
                  </a:lnTo>
                  <a:lnTo>
                    <a:pt x="7706" y="165850"/>
                  </a:lnTo>
                  <a:lnTo>
                    <a:pt x="15866" y="171164"/>
                  </a:lnTo>
                  <a:lnTo>
                    <a:pt x="25423" y="173031"/>
                  </a:lnTo>
                  <a:lnTo>
                    <a:pt x="35306" y="171016"/>
                  </a:lnTo>
                  <a:lnTo>
                    <a:pt x="43633" y="165324"/>
                  </a:lnTo>
                  <a:lnTo>
                    <a:pt x="48947" y="157165"/>
                  </a:lnTo>
                  <a:lnTo>
                    <a:pt x="49100" y="156379"/>
                  </a:lnTo>
                  <a:lnTo>
                    <a:pt x="29159" y="156379"/>
                  </a:lnTo>
                  <a:lnTo>
                    <a:pt x="21654" y="138869"/>
                  </a:lnTo>
                  <a:lnTo>
                    <a:pt x="43253" y="129612"/>
                  </a:lnTo>
                  <a:lnTo>
                    <a:pt x="43106" y="129398"/>
                  </a:lnTo>
                  <a:lnTo>
                    <a:pt x="34947" y="124084"/>
                  </a:lnTo>
                  <a:lnTo>
                    <a:pt x="25390" y="122218"/>
                  </a:lnTo>
                  <a:close/>
                </a:path>
                <a:path w="788035" h="173354">
                  <a:moveTo>
                    <a:pt x="43253" y="129612"/>
                  </a:moveTo>
                  <a:lnTo>
                    <a:pt x="21654" y="138869"/>
                  </a:lnTo>
                  <a:lnTo>
                    <a:pt x="29159" y="156379"/>
                  </a:lnTo>
                  <a:lnTo>
                    <a:pt x="50717" y="147139"/>
                  </a:lnTo>
                  <a:lnTo>
                    <a:pt x="48871" y="138084"/>
                  </a:lnTo>
                  <a:lnTo>
                    <a:pt x="48797" y="137725"/>
                  </a:lnTo>
                  <a:lnTo>
                    <a:pt x="43253" y="129612"/>
                  </a:lnTo>
                  <a:close/>
                </a:path>
                <a:path w="788035" h="173354">
                  <a:moveTo>
                    <a:pt x="50717" y="147139"/>
                  </a:moveTo>
                  <a:lnTo>
                    <a:pt x="29159" y="156379"/>
                  </a:lnTo>
                  <a:lnTo>
                    <a:pt x="49100" y="156379"/>
                  </a:lnTo>
                  <a:lnTo>
                    <a:pt x="50806" y="147640"/>
                  </a:lnTo>
                  <a:lnTo>
                    <a:pt x="50717" y="147139"/>
                  </a:lnTo>
                  <a:close/>
                </a:path>
                <a:path w="788035" h="173354">
                  <a:moveTo>
                    <a:pt x="668026" y="104867"/>
                  </a:moveTo>
                  <a:lnTo>
                    <a:pt x="661373" y="119381"/>
                  </a:lnTo>
                  <a:lnTo>
                    <a:pt x="787407" y="149212"/>
                  </a:lnTo>
                  <a:lnTo>
                    <a:pt x="733604" y="110213"/>
                  </a:lnTo>
                  <a:lnTo>
                    <a:pt x="679472" y="110213"/>
                  </a:lnTo>
                  <a:lnTo>
                    <a:pt x="668026" y="104867"/>
                  </a:lnTo>
                  <a:close/>
                </a:path>
                <a:path w="788035" h="173354">
                  <a:moveTo>
                    <a:pt x="401136" y="0"/>
                  </a:moveTo>
                  <a:lnTo>
                    <a:pt x="349511" y="5232"/>
                  </a:lnTo>
                  <a:lnTo>
                    <a:pt x="294693" y="19023"/>
                  </a:lnTo>
                  <a:lnTo>
                    <a:pt x="239398" y="38581"/>
                  </a:lnTo>
                  <a:lnTo>
                    <a:pt x="185128" y="61584"/>
                  </a:lnTo>
                  <a:lnTo>
                    <a:pt x="133981" y="85604"/>
                  </a:lnTo>
                  <a:lnTo>
                    <a:pt x="68114" y="118038"/>
                  </a:lnTo>
                  <a:lnTo>
                    <a:pt x="50388" y="126554"/>
                  </a:lnTo>
                  <a:lnTo>
                    <a:pt x="43253" y="129612"/>
                  </a:lnTo>
                  <a:lnTo>
                    <a:pt x="48797" y="137725"/>
                  </a:lnTo>
                  <a:lnTo>
                    <a:pt x="50717" y="147139"/>
                  </a:lnTo>
                  <a:lnTo>
                    <a:pt x="57892" y="144063"/>
                  </a:lnTo>
                  <a:lnTo>
                    <a:pt x="76355" y="135213"/>
                  </a:lnTo>
                  <a:lnTo>
                    <a:pt x="142362" y="102711"/>
                  </a:lnTo>
                  <a:lnTo>
                    <a:pt x="167238" y="90811"/>
                  </a:lnTo>
                  <a:lnTo>
                    <a:pt x="246831" y="56121"/>
                  </a:lnTo>
                  <a:lnTo>
                    <a:pt x="300986" y="37006"/>
                  </a:lnTo>
                  <a:lnTo>
                    <a:pt x="353597" y="23837"/>
                  </a:lnTo>
                  <a:lnTo>
                    <a:pt x="378300" y="20279"/>
                  </a:lnTo>
                  <a:lnTo>
                    <a:pt x="377875" y="20279"/>
                  </a:lnTo>
                  <a:lnTo>
                    <a:pt x="402152" y="19023"/>
                  </a:lnTo>
                  <a:lnTo>
                    <a:pt x="509577" y="19023"/>
                  </a:lnTo>
                  <a:lnTo>
                    <a:pt x="506866" y="18139"/>
                  </a:lnTo>
                  <a:lnTo>
                    <a:pt x="479599" y="10642"/>
                  </a:lnTo>
                  <a:lnTo>
                    <a:pt x="452755" y="4911"/>
                  </a:lnTo>
                  <a:lnTo>
                    <a:pt x="426522" y="1254"/>
                  </a:lnTo>
                  <a:lnTo>
                    <a:pt x="401136" y="0"/>
                  </a:lnTo>
                  <a:close/>
                </a:path>
                <a:path w="788035" h="173354">
                  <a:moveTo>
                    <a:pt x="675964" y="87550"/>
                  </a:moveTo>
                  <a:lnTo>
                    <a:pt x="668026" y="104867"/>
                  </a:lnTo>
                  <a:lnTo>
                    <a:pt x="679472" y="110213"/>
                  </a:lnTo>
                  <a:lnTo>
                    <a:pt x="687534" y="92953"/>
                  </a:lnTo>
                  <a:lnTo>
                    <a:pt x="675964" y="87550"/>
                  </a:lnTo>
                  <a:close/>
                </a:path>
                <a:path w="788035" h="173354">
                  <a:moveTo>
                    <a:pt x="682541" y="73201"/>
                  </a:moveTo>
                  <a:lnTo>
                    <a:pt x="675964" y="87550"/>
                  </a:lnTo>
                  <a:lnTo>
                    <a:pt x="687534" y="92953"/>
                  </a:lnTo>
                  <a:lnTo>
                    <a:pt x="679472" y="110213"/>
                  </a:lnTo>
                  <a:lnTo>
                    <a:pt x="733604" y="110213"/>
                  </a:lnTo>
                  <a:lnTo>
                    <a:pt x="682541" y="73201"/>
                  </a:lnTo>
                  <a:close/>
                </a:path>
                <a:path w="788035" h="173354">
                  <a:moveTo>
                    <a:pt x="509577" y="19023"/>
                  </a:moveTo>
                  <a:lnTo>
                    <a:pt x="402152" y="19023"/>
                  </a:lnTo>
                  <a:lnTo>
                    <a:pt x="425544" y="20279"/>
                  </a:lnTo>
                  <a:lnTo>
                    <a:pt x="450545" y="23837"/>
                  </a:lnTo>
                  <a:lnTo>
                    <a:pt x="450393" y="23837"/>
                  </a:lnTo>
                  <a:lnTo>
                    <a:pt x="475605" y="29268"/>
                  </a:lnTo>
                  <a:lnTo>
                    <a:pt x="501805" y="36504"/>
                  </a:lnTo>
                  <a:lnTo>
                    <a:pt x="528447" y="45212"/>
                  </a:lnTo>
                  <a:lnTo>
                    <a:pt x="555287" y="55116"/>
                  </a:lnTo>
                  <a:lnTo>
                    <a:pt x="608714" y="77435"/>
                  </a:lnTo>
                  <a:lnTo>
                    <a:pt x="668026" y="104867"/>
                  </a:lnTo>
                  <a:lnTo>
                    <a:pt x="675964" y="87550"/>
                  </a:lnTo>
                  <a:lnTo>
                    <a:pt x="616054" y="59856"/>
                  </a:lnTo>
                  <a:lnTo>
                    <a:pt x="561879" y="37242"/>
                  </a:lnTo>
                  <a:lnTo>
                    <a:pt x="534359" y="27103"/>
                  </a:lnTo>
                  <a:lnTo>
                    <a:pt x="509577" y="19023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181600" y="54848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5181600" y="54848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486400" y="54848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486400" y="54848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791200" y="54848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791200" y="54848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048000" y="5613399"/>
              <a:ext cx="2311400" cy="187325"/>
            </a:xfrm>
            <a:custGeom>
              <a:avLst/>
              <a:gdLst/>
              <a:ahLst/>
              <a:cxnLst/>
              <a:rect l="l" t="t" r="r" b="b"/>
              <a:pathLst>
                <a:path w="2311400" h="187325">
                  <a:moveTo>
                    <a:pt x="787387" y="39712"/>
                  </a:moveTo>
                  <a:lnTo>
                    <a:pt x="761974" y="14287"/>
                  </a:lnTo>
                  <a:lnTo>
                    <a:pt x="752094" y="16306"/>
                  </a:lnTo>
                  <a:lnTo>
                    <a:pt x="743762" y="21996"/>
                  </a:lnTo>
                  <a:lnTo>
                    <a:pt x="738454" y="30149"/>
                  </a:lnTo>
                  <a:lnTo>
                    <a:pt x="736587" y="39712"/>
                  </a:lnTo>
                  <a:lnTo>
                    <a:pt x="736676" y="40182"/>
                  </a:lnTo>
                  <a:lnTo>
                    <a:pt x="729513" y="43256"/>
                  </a:lnTo>
                  <a:lnTo>
                    <a:pt x="711047" y="52108"/>
                  </a:lnTo>
                  <a:lnTo>
                    <a:pt x="645033" y="84607"/>
                  </a:lnTo>
                  <a:lnTo>
                    <a:pt x="620166" y="96507"/>
                  </a:lnTo>
                  <a:lnTo>
                    <a:pt x="540575" y="131191"/>
                  </a:lnTo>
                  <a:lnTo>
                    <a:pt x="486410" y="150317"/>
                  </a:lnTo>
                  <a:lnTo>
                    <a:pt x="433514" y="163537"/>
                  </a:lnTo>
                  <a:lnTo>
                    <a:pt x="433362" y="163537"/>
                  </a:lnTo>
                  <a:lnTo>
                    <a:pt x="408863" y="167068"/>
                  </a:lnTo>
                  <a:lnTo>
                    <a:pt x="385241" y="168300"/>
                  </a:lnTo>
                  <a:lnTo>
                    <a:pt x="362496" y="167068"/>
                  </a:lnTo>
                  <a:lnTo>
                    <a:pt x="362089" y="167068"/>
                  </a:lnTo>
                  <a:lnTo>
                    <a:pt x="311797" y="158051"/>
                  </a:lnTo>
                  <a:lnTo>
                    <a:pt x="258953" y="142100"/>
                  </a:lnTo>
                  <a:lnTo>
                    <a:pt x="178689" y="109880"/>
                  </a:lnTo>
                  <a:lnTo>
                    <a:pt x="119367" y="82448"/>
                  </a:lnTo>
                  <a:lnTo>
                    <a:pt x="121818" y="77101"/>
                  </a:lnTo>
                  <a:lnTo>
                    <a:pt x="126022" y="67932"/>
                  </a:lnTo>
                  <a:lnTo>
                    <a:pt x="0" y="38100"/>
                  </a:lnTo>
                  <a:lnTo>
                    <a:pt x="104863" y="114122"/>
                  </a:lnTo>
                  <a:lnTo>
                    <a:pt x="111429" y="99771"/>
                  </a:lnTo>
                  <a:lnTo>
                    <a:pt x="171348" y="127457"/>
                  </a:lnTo>
                  <a:lnTo>
                    <a:pt x="225526" y="150075"/>
                  </a:lnTo>
                  <a:lnTo>
                    <a:pt x="280530" y="169176"/>
                  </a:lnTo>
                  <a:lnTo>
                    <a:pt x="334645" y="182410"/>
                  </a:lnTo>
                  <a:lnTo>
                    <a:pt x="386270" y="187312"/>
                  </a:lnTo>
                  <a:lnTo>
                    <a:pt x="411594" y="185928"/>
                  </a:lnTo>
                  <a:lnTo>
                    <a:pt x="464908" y="176136"/>
                  </a:lnTo>
                  <a:lnTo>
                    <a:pt x="520166" y="159169"/>
                  </a:lnTo>
                  <a:lnTo>
                    <a:pt x="602272" y="125730"/>
                  </a:lnTo>
                  <a:lnTo>
                    <a:pt x="653415" y="101714"/>
                  </a:lnTo>
                  <a:lnTo>
                    <a:pt x="719289" y="69278"/>
                  </a:lnTo>
                  <a:lnTo>
                    <a:pt x="737019" y="60769"/>
                  </a:lnTo>
                  <a:lnTo>
                    <a:pt x="744143" y="57708"/>
                  </a:lnTo>
                  <a:lnTo>
                    <a:pt x="744296" y="57924"/>
                  </a:lnTo>
                  <a:lnTo>
                    <a:pt x="752449" y="63233"/>
                  </a:lnTo>
                  <a:lnTo>
                    <a:pt x="787298" y="40182"/>
                  </a:lnTo>
                  <a:lnTo>
                    <a:pt x="787387" y="39712"/>
                  </a:lnTo>
                  <a:close/>
                </a:path>
                <a:path w="2311400" h="187325">
                  <a:moveTo>
                    <a:pt x="2311387" y="25425"/>
                  </a:moveTo>
                  <a:lnTo>
                    <a:pt x="2285974" y="0"/>
                  </a:lnTo>
                  <a:lnTo>
                    <a:pt x="2276094" y="2019"/>
                  </a:lnTo>
                  <a:lnTo>
                    <a:pt x="2267762" y="7708"/>
                  </a:lnTo>
                  <a:lnTo>
                    <a:pt x="2262454" y="15862"/>
                  </a:lnTo>
                  <a:lnTo>
                    <a:pt x="2260587" y="25425"/>
                  </a:lnTo>
                  <a:lnTo>
                    <a:pt x="2260676" y="25895"/>
                  </a:lnTo>
                  <a:lnTo>
                    <a:pt x="2253513" y="28968"/>
                  </a:lnTo>
                  <a:lnTo>
                    <a:pt x="2235047" y="37820"/>
                  </a:lnTo>
                  <a:lnTo>
                    <a:pt x="2169033" y="70319"/>
                  </a:lnTo>
                  <a:lnTo>
                    <a:pt x="2144166" y="82219"/>
                  </a:lnTo>
                  <a:lnTo>
                    <a:pt x="2064575" y="116903"/>
                  </a:lnTo>
                  <a:lnTo>
                    <a:pt x="2010410" y="136029"/>
                  </a:lnTo>
                  <a:lnTo>
                    <a:pt x="1957514" y="149250"/>
                  </a:lnTo>
                  <a:lnTo>
                    <a:pt x="1957362" y="149250"/>
                  </a:lnTo>
                  <a:lnTo>
                    <a:pt x="1932863" y="152781"/>
                  </a:lnTo>
                  <a:lnTo>
                    <a:pt x="1909241" y="154012"/>
                  </a:lnTo>
                  <a:lnTo>
                    <a:pt x="1886496" y="152781"/>
                  </a:lnTo>
                  <a:lnTo>
                    <a:pt x="1886089" y="152781"/>
                  </a:lnTo>
                  <a:lnTo>
                    <a:pt x="1835797" y="143764"/>
                  </a:lnTo>
                  <a:lnTo>
                    <a:pt x="1782953" y="127812"/>
                  </a:lnTo>
                  <a:lnTo>
                    <a:pt x="1702689" y="95592"/>
                  </a:lnTo>
                  <a:lnTo>
                    <a:pt x="1643367" y="68160"/>
                  </a:lnTo>
                  <a:lnTo>
                    <a:pt x="1645818" y="62814"/>
                  </a:lnTo>
                  <a:lnTo>
                    <a:pt x="1650022" y="53644"/>
                  </a:lnTo>
                  <a:lnTo>
                    <a:pt x="1524000" y="23825"/>
                  </a:lnTo>
                  <a:lnTo>
                    <a:pt x="1628863" y="99834"/>
                  </a:lnTo>
                  <a:lnTo>
                    <a:pt x="1635429" y="85483"/>
                  </a:lnTo>
                  <a:lnTo>
                    <a:pt x="1695348" y="113169"/>
                  </a:lnTo>
                  <a:lnTo>
                    <a:pt x="1749526" y="135788"/>
                  </a:lnTo>
                  <a:lnTo>
                    <a:pt x="1804530" y="154889"/>
                  </a:lnTo>
                  <a:lnTo>
                    <a:pt x="1858645" y="168122"/>
                  </a:lnTo>
                  <a:lnTo>
                    <a:pt x="1910270" y="173024"/>
                  </a:lnTo>
                  <a:lnTo>
                    <a:pt x="1935594" y="171640"/>
                  </a:lnTo>
                  <a:lnTo>
                    <a:pt x="1988908" y="161848"/>
                  </a:lnTo>
                  <a:lnTo>
                    <a:pt x="2044166" y="144881"/>
                  </a:lnTo>
                  <a:lnTo>
                    <a:pt x="2126272" y="111442"/>
                  </a:lnTo>
                  <a:lnTo>
                    <a:pt x="2177415" y="87426"/>
                  </a:lnTo>
                  <a:lnTo>
                    <a:pt x="2243290" y="54991"/>
                  </a:lnTo>
                  <a:lnTo>
                    <a:pt x="2261019" y="46482"/>
                  </a:lnTo>
                  <a:lnTo>
                    <a:pt x="2268143" y="43421"/>
                  </a:lnTo>
                  <a:lnTo>
                    <a:pt x="2268296" y="43637"/>
                  </a:lnTo>
                  <a:lnTo>
                    <a:pt x="2276449" y="48945"/>
                  </a:lnTo>
                  <a:lnTo>
                    <a:pt x="2311298" y="25895"/>
                  </a:lnTo>
                  <a:lnTo>
                    <a:pt x="2311387" y="25425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2520124" y="5612015"/>
              <a:ext cx="3188970" cy="482600"/>
            </a:xfrm>
            <a:custGeom>
              <a:avLst/>
              <a:gdLst/>
              <a:ahLst/>
              <a:cxnLst/>
              <a:rect l="l" t="t" r="r" b="b"/>
              <a:pathLst>
                <a:path w="3188970" h="482600">
                  <a:moveTo>
                    <a:pt x="146875" y="482409"/>
                  </a:moveTo>
                  <a:lnTo>
                    <a:pt x="105067" y="397294"/>
                  </a:lnTo>
                  <a:lnTo>
                    <a:pt x="89763" y="366153"/>
                  </a:lnTo>
                  <a:lnTo>
                    <a:pt x="77406" y="375627"/>
                  </a:lnTo>
                  <a:lnTo>
                    <a:pt x="61353" y="353631"/>
                  </a:lnTo>
                  <a:lnTo>
                    <a:pt x="35725" y="309829"/>
                  </a:lnTo>
                  <a:lnTo>
                    <a:pt x="21170" y="268401"/>
                  </a:lnTo>
                  <a:lnTo>
                    <a:pt x="19024" y="239395"/>
                  </a:lnTo>
                  <a:lnTo>
                    <a:pt x="19900" y="223342"/>
                  </a:lnTo>
                  <a:lnTo>
                    <a:pt x="28562" y="171919"/>
                  </a:lnTo>
                  <a:lnTo>
                    <a:pt x="48006" y="103276"/>
                  </a:lnTo>
                  <a:lnTo>
                    <a:pt x="57988" y="72834"/>
                  </a:lnTo>
                  <a:lnTo>
                    <a:pt x="62534" y="59004"/>
                  </a:lnTo>
                  <a:lnTo>
                    <a:pt x="65024" y="50406"/>
                  </a:lnTo>
                  <a:lnTo>
                    <a:pt x="65570" y="50406"/>
                  </a:lnTo>
                  <a:lnTo>
                    <a:pt x="74815" y="47358"/>
                  </a:lnTo>
                  <a:lnTo>
                    <a:pt x="82245" y="41071"/>
                  </a:lnTo>
                  <a:lnTo>
                    <a:pt x="86855" y="32092"/>
                  </a:lnTo>
                  <a:lnTo>
                    <a:pt x="87566" y="22555"/>
                  </a:lnTo>
                  <a:lnTo>
                    <a:pt x="87604" y="22034"/>
                  </a:lnTo>
                  <a:lnTo>
                    <a:pt x="84556" y="12788"/>
                  </a:lnTo>
                  <a:lnTo>
                    <a:pt x="78270" y="5359"/>
                  </a:lnTo>
                  <a:lnTo>
                    <a:pt x="69291" y="762"/>
                  </a:lnTo>
                  <a:lnTo>
                    <a:pt x="59232" y="0"/>
                  </a:lnTo>
                  <a:lnTo>
                    <a:pt x="49987" y="3048"/>
                  </a:lnTo>
                  <a:lnTo>
                    <a:pt x="42557" y="9334"/>
                  </a:lnTo>
                  <a:lnTo>
                    <a:pt x="37960" y="18313"/>
                  </a:lnTo>
                  <a:lnTo>
                    <a:pt x="37236" y="27851"/>
                  </a:lnTo>
                  <a:lnTo>
                    <a:pt x="37198" y="28371"/>
                  </a:lnTo>
                  <a:lnTo>
                    <a:pt x="40246" y="37617"/>
                  </a:lnTo>
                  <a:lnTo>
                    <a:pt x="46609" y="45135"/>
                  </a:lnTo>
                  <a:lnTo>
                    <a:pt x="47840" y="41224"/>
                  </a:lnTo>
                  <a:lnTo>
                    <a:pt x="46710" y="45135"/>
                  </a:lnTo>
                  <a:lnTo>
                    <a:pt x="44234" y="53695"/>
                  </a:lnTo>
                  <a:lnTo>
                    <a:pt x="35026" y="81584"/>
                  </a:lnTo>
                  <a:lnTo>
                    <a:pt x="29883" y="97383"/>
                  </a:lnTo>
                  <a:lnTo>
                    <a:pt x="10134" y="167093"/>
                  </a:lnTo>
                  <a:lnTo>
                    <a:pt x="990" y="221081"/>
                  </a:lnTo>
                  <a:lnTo>
                    <a:pt x="0" y="238328"/>
                  </a:lnTo>
                  <a:lnTo>
                    <a:pt x="342" y="254495"/>
                  </a:lnTo>
                  <a:lnTo>
                    <a:pt x="11430" y="301917"/>
                  </a:lnTo>
                  <a:lnTo>
                    <a:pt x="45135" y="363613"/>
                  </a:lnTo>
                  <a:lnTo>
                    <a:pt x="62293" y="387210"/>
                  </a:lnTo>
                  <a:lnTo>
                    <a:pt x="49441" y="397065"/>
                  </a:lnTo>
                  <a:lnTo>
                    <a:pt x="146875" y="482409"/>
                  </a:lnTo>
                  <a:close/>
                </a:path>
                <a:path w="3188970" h="482600">
                  <a:moveTo>
                    <a:pt x="1667700" y="482409"/>
                  </a:moveTo>
                  <a:lnTo>
                    <a:pt x="1625892" y="397294"/>
                  </a:lnTo>
                  <a:lnTo>
                    <a:pt x="1610588" y="366153"/>
                  </a:lnTo>
                  <a:lnTo>
                    <a:pt x="1598231" y="375627"/>
                  </a:lnTo>
                  <a:lnTo>
                    <a:pt x="1582178" y="353631"/>
                  </a:lnTo>
                  <a:lnTo>
                    <a:pt x="1556550" y="309829"/>
                  </a:lnTo>
                  <a:lnTo>
                    <a:pt x="1541995" y="268401"/>
                  </a:lnTo>
                  <a:lnTo>
                    <a:pt x="1539849" y="239395"/>
                  </a:lnTo>
                  <a:lnTo>
                    <a:pt x="1540725" y="223342"/>
                  </a:lnTo>
                  <a:lnTo>
                    <a:pt x="1549387" y="171919"/>
                  </a:lnTo>
                  <a:lnTo>
                    <a:pt x="1568831" y="103276"/>
                  </a:lnTo>
                  <a:lnTo>
                    <a:pt x="1578813" y="72834"/>
                  </a:lnTo>
                  <a:lnTo>
                    <a:pt x="1583359" y="59004"/>
                  </a:lnTo>
                  <a:lnTo>
                    <a:pt x="1585836" y="50406"/>
                  </a:lnTo>
                  <a:lnTo>
                    <a:pt x="1586395" y="50406"/>
                  </a:lnTo>
                  <a:lnTo>
                    <a:pt x="1595640" y="47358"/>
                  </a:lnTo>
                  <a:lnTo>
                    <a:pt x="1603070" y="41071"/>
                  </a:lnTo>
                  <a:lnTo>
                    <a:pt x="1607680" y="32092"/>
                  </a:lnTo>
                  <a:lnTo>
                    <a:pt x="1608391" y="22555"/>
                  </a:lnTo>
                  <a:lnTo>
                    <a:pt x="1608429" y="22034"/>
                  </a:lnTo>
                  <a:lnTo>
                    <a:pt x="1605381" y="12788"/>
                  </a:lnTo>
                  <a:lnTo>
                    <a:pt x="1599095" y="5359"/>
                  </a:lnTo>
                  <a:lnTo>
                    <a:pt x="1590116" y="762"/>
                  </a:lnTo>
                  <a:lnTo>
                    <a:pt x="1580057" y="0"/>
                  </a:lnTo>
                  <a:lnTo>
                    <a:pt x="1570812" y="3048"/>
                  </a:lnTo>
                  <a:lnTo>
                    <a:pt x="1563382" y="9334"/>
                  </a:lnTo>
                  <a:lnTo>
                    <a:pt x="1558785" y="18313"/>
                  </a:lnTo>
                  <a:lnTo>
                    <a:pt x="1558061" y="27851"/>
                  </a:lnTo>
                  <a:lnTo>
                    <a:pt x="1558023" y="28371"/>
                  </a:lnTo>
                  <a:lnTo>
                    <a:pt x="1561071" y="37617"/>
                  </a:lnTo>
                  <a:lnTo>
                    <a:pt x="1567434" y="45135"/>
                  </a:lnTo>
                  <a:lnTo>
                    <a:pt x="1568665" y="41224"/>
                  </a:lnTo>
                  <a:lnTo>
                    <a:pt x="1567535" y="45135"/>
                  </a:lnTo>
                  <a:lnTo>
                    <a:pt x="1565059" y="53695"/>
                  </a:lnTo>
                  <a:lnTo>
                    <a:pt x="1555851" y="81584"/>
                  </a:lnTo>
                  <a:lnTo>
                    <a:pt x="1550708" y="97383"/>
                  </a:lnTo>
                  <a:lnTo>
                    <a:pt x="1530959" y="167093"/>
                  </a:lnTo>
                  <a:lnTo>
                    <a:pt x="1521815" y="221081"/>
                  </a:lnTo>
                  <a:lnTo>
                    <a:pt x="1520825" y="238328"/>
                  </a:lnTo>
                  <a:lnTo>
                    <a:pt x="1521167" y="254495"/>
                  </a:lnTo>
                  <a:lnTo>
                    <a:pt x="1532255" y="301917"/>
                  </a:lnTo>
                  <a:lnTo>
                    <a:pt x="1565960" y="363613"/>
                  </a:lnTo>
                  <a:lnTo>
                    <a:pt x="1583118" y="387210"/>
                  </a:lnTo>
                  <a:lnTo>
                    <a:pt x="1570266" y="397065"/>
                  </a:lnTo>
                  <a:lnTo>
                    <a:pt x="1667700" y="482409"/>
                  </a:lnTo>
                  <a:close/>
                </a:path>
                <a:path w="3188970" h="482600">
                  <a:moveTo>
                    <a:pt x="3188525" y="482409"/>
                  </a:moveTo>
                  <a:lnTo>
                    <a:pt x="3146717" y="397294"/>
                  </a:lnTo>
                  <a:lnTo>
                    <a:pt x="3131413" y="366153"/>
                  </a:lnTo>
                  <a:lnTo>
                    <a:pt x="3119056" y="375627"/>
                  </a:lnTo>
                  <a:lnTo>
                    <a:pt x="3103003" y="353631"/>
                  </a:lnTo>
                  <a:lnTo>
                    <a:pt x="3077375" y="309829"/>
                  </a:lnTo>
                  <a:lnTo>
                    <a:pt x="3062821" y="268401"/>
                  </a:lnTo>
                  <a:lnTo>
                    <a:pt x="3060674" y="239395"/>
                  </a:lnTo>
                  <a:lnTo>
                    <a:pt x="3061551" y="223342"/>
                  </a:lnTo>
                  <a:lnTo>
                    <a:pt x="3070212" y="171919"/>
                  </a:lnTo>
                  <a:lnTo>
                    <a:pt x="3089656" y="103276"/>
                  </a:lnTo>
                  <a:lnTo>
                    <a:pt x="3099638" y="72834"/>
                  </a:lnTo>
                  <a:lnTo>
                    <a:pt x="3104184" y="59004"/>
                  </a:lnTo>
                  <a:lnTo>
                    <a:pt x="3106674" y="50406"/>
                  </a:lnTo>
                  <a:lnTo>
                    <a:pt x="3107220" y="50406"/>
                  </a:lnTo>
                  <a:lnTo>
                    <a:pt x="3116465" y="47358"/>
                  </a:lnTo>
                  <a:lnTo>
                    <a:pt x="3123895" y="41071"/>
                  </a:lnTo>
                  <a:lnTo>
                    <a:pt x="3128505" y="32092"/>
                  </a:lnTo>
                  <a:lnTo>
                    <a:pt x="3129216" y="22555"/>
                  </a:lnTo>
                  <a:lnTo>
                    <a:pt x="3129254" y="22034"/>
                  </a:lnTo>
                  <a:lnTo>
                    <a:pt x="3126206" y="12788"/>
                  </a:lnTo>
                  <a:lnTo>
                    <a:pt x="3119920" y="5359"/>
                  </a:lnTo>
                  <a:lnTo>
                    <a:pt x="3110941" y="762"/>
                  </a:lnTo>
                  <a:lnTo>
                    <a:pt x="3100882" y="0"/>
                  </a:lnTo>
                  <a:lnTo>
                    <a:pt x="3091637" y="3048"/>
                  </a:lnTo>
                  <a:lnTo>
                    <a:pt x="3084207" y="9334"/>
                  </a:lnTo>
                  <a:lnTo>
                    <a:pt x="3079610" y="18313"/>
                  </a:lnTo>
                  <a:lnTo>
                    <a:pt x="3078886" y="27851"/>
                  </a:lnTo>
                  <a:lnTo>
                    <a:pt x="3078848" y="28371"/>
                  </a:lnTo>
                  <a:lnTo>
                    <a:pt x="3081896" y="37617"/>
                  </a:lnTo>
                  <a:lnTo>
                    <a:pt x="3088259" y="45135"/>
                  </a:lnTo>
                  <a:lnTo>
                    <a:pt x="3089491" y="41224"/>
                  </a:lnTo>
                  <a:lnTo>
                    <a:pt x="3088360" y="45135"/>
                  </a:lnTo>
                  <a:lnTo>
                    <a:pt x="3085884" y="53695"/>
                  </a:lnTo>
                  <a:lnTo>
                    <a:pt x="3076676" y="81584"/>
                  </a:lnTo>
                  <a:lnTo>
                    <a:pt x="3071533" y="97383"/>
                  </a:lnTo>
                  <a:lnTo>
                    <a:pt x="3051784" y="167093"/>
                  </a:lnTo>
                  <a:lnTo>
                    <a:pt x="3042640" y="221081"/>
                  </a:lnTo>
                  <a:lnTo>
                    <a:pt x="3041650" y="238328"/>
                  </a:lnTo>
                  <a:lnTo>
                    <a:pt x="3041993" y="254495"/>
                  </a:lnTo>
                  <a:lnTo>
                    <a:pt x="3053080" y="301917"/>
                  </a:lnTo>
                  <a:lnTo>
                    <a:pt x="3086785" y="363613"/>
                  </a:lnTo>
                  <a:lnTo>
                    <a:pt x="3103943" y="387210"/>
                  </a:lnTo>
                  <a:lnTo>
                    <a:pt x="3091091" y="397065"/>
                  </a:lnTo>
                  <a:lnTo>
                    <a:pt x="3188525" y="482409"/>
                  </a:lnTo>
                  <a:close/>
                </a:path>
              </a:pathLst>
            </a:custGeom>
            <a:solidFill>
              <a:srgbClr val="BE2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705600" y="54991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799"/>
                  </a:lnTo>
                  <a:lnTo>
                    <a:pt x="304800" y="304799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705600" y="54991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219200" y="54848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ECD8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219200" y="54848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045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346187" y="5475312"/>
              <a:ext cx="5537200" cy="313055"/>
            </a:xfrm>
            <a:custGeom>
              <a:avLst/>
              <a:gdLst/>
              <a:ahLst/>
              <a:cxnLst/>
              <a:rect l="l" t="t" r="r" b="b"/>
              <a:pathLst>
                <a:path w="5537200" h="313054">
                  <a:moveTo>
                    <a:pt x="787412" y="149212"/>
                  </a:moveTo>
                  <a:lnTo>
                    <a:pt x="733602" y="110210"/>
                  </a:lnTo>
                  <a:lnTo>
                    <a:pt x="682536" y="73190"/>
                  </a:lnTo>
                  <a:lnTo>
                    <a:pt x="675970" y="87541"/>
                  </a:lnTo>
                  <a:lnTo>
                    <a:pt x="616051" y="59855"/>
                  </a:lnTo>
                  <a:lnTo>
                    <a:pt x="561873" y="37236"/>
                  </a:lnTo>
                  <a:lnTo>
                    <a:pt x="509574" y="19011"/>
                  </a:lnTo>
                  <a:lnTo>
                    <a:pt x="452755" y="4902"/>
                  </a:lnTo>
                  <a:lnTo>
                    <a:pt x="401142" y="0"/>
                  </a:lnTo>
                  <a:lnTo>
                    <a:pt x="375805" y="1384"/>
                  </a:lnTo>
                  <a:lnTo>
                    <a:pt x="322491" y="11176"/>
                  </a:lnTo>
                  <a:lnTo>
                    <a:pt x="267233" y="28143"/>
                  </a:lnTo>
                  <a:lnTo>
                    <a:pt x="185127" y="61582"/>
                  </a:lnTo>
                  <a:lnTo>
                    <a:pt x="133985" y="85598"/>
                  </a:lnTo>
                  <a:lnTo>
                    <a:pt x="68110" y="118033"/>
                  </a:lnTo>
                  <a:lnTo>
                    <a:pt x="50393" y="126542"/>
                  </a:lnTo>
                  <a:lnTo>
                    <a:pt x="43256" y="129603"/>
                  </a:lnTo>
                  <a:lnTo>
                    <a:pt x="43103" y="129387"/>
                  </a:lnTo>
                  <a:lnTo>
                    <a:pt x="34950" y="124079"/>
                  </a:lnTo>
                  <a:lnTo>
                    <a:pt x="101" y="147129"/>
                  </a:lnTo>
                  <a:lnTo>
                    <a:pt x="0" y="147637"/>
                  </a:lnTo>
                  <a:lnTo>
                    <a:pt x="25425" y="173024"/>
                  </a:lnTo>
                  <a:lnTo>
                    <a:pt x="35306" y="171005"/>
                  </a:lnTo>
                  <a:lnTo>
                    <a:pt x="43637" y="165315"/>
                  </a:lnTo>
                  <a:lnTo>
                    <a:pt x="48945" y="157162"/>
                  </a:lnTo>
                  <a:lnTo>
                    <a:pt x="49098" y="156375"/>
                  </a:lnTo>
                  <a:lnTo>
                    <a:pt x="50812" y="147637"/>
                  </a:lnTo>
                  <a:lnTo>
                    <a:pt x="50711" y="147129"/>
                  </a:lnTo>
                  <a:lnTo>
                    <a:pt x="57886" y="144056"/>
                  </a:lnTo>
                  <a:lnTo>
                    <a:pt x="76352" y="135204"/>
                  </a:lnTo>
                  <a:lnTo>
                    <a:pt x="142367" y="102704"/>
                  </a:lnTo>
                  <a:lnTo>
                    <a:pt x="193103" y="78879"/>
                  </a:lnTo>
                  <a:lnTo>
                    <a:pt x="246837" y="56121"/>
                  </a:lnTo>
                  <a:lnTo>
                    <a:pt x="300990" y="36995"/>
                  </a:lnTo>
                  <a:lnTo>
                    <a:pt x="353593" y="23837"/>
                  </a:lnTo>
                  <a:lnTo>
                    <a:pt x="378294" y="20269"/>
                  </a:lnTo>
                  <a:lnTo>
                    <a:pt x="377875" y="20269"/>
                  </a:lnTo>
                  <a:lnTo>
                    <a:pt x="402158" y="19011"/>
                  </a:lnTo>
                  <a:lnTo>
                    <a:pt x="425538" y="20269"/>
                  </a:lnTo>
                  <a:lnTo>
                    <a:pt x="450545" y="23837"/>
                  </a:lnTo>
                  <a:lnTo>
                    <a:pt x="450392" y="23837"/>
                  </a:lnTo>
                  <a:lnTo>
                    <a:pt x="475602" y="29260"/>
                  </a:lnTo>
                  <a:lnTo>
                    <a:pt x="528447" y="45212"/>
                  </a:lnTo>
                  <a:lnTo>
                    <a:pt x="608711" y="77431"/>
                  </a:lnTo>
                  <a:lnTo>
                    <a:pt x="668032" y="104863"/>
                  </a:lnTo>
                  <a:lnTo>
                    <a:pt x="661377" y="119380"/>
                  </a:lnTo>
                  <a:lnTo>
                    <a:pt x="787412" y="149212"/>
                  </a:lnTo>
                  <a:close/>
                </a:path>
                <a:path w="5537200" h="313054">
                  <a:moveTo>
                    <a:pt x="965200" y="163512"/>
                  </a:moveTo>
                  <a:lnTo>
                    <a:pt x="939787" y="138087"/>
                  </a:lnTo>
                  <a:lnTo>
                    <a:pt x="929906" y="140106"/>
                  </a:lnTo>
                  <a:lnTo>
                    <a:pt x="921575" y="145796"/>
                  </a:lnTo>
                  <a:lnTo>
                    <a:pt x="916266" y="153949"/>
                  </a:lnTo>
                  <a:lnTo>
                    <a:pt x="914400" y="163512"/>
                  </a:lnTo>
                  <a:lnTo>
                    <a:pt x="914501" y="163982"/>
                  </a:lnTo>
                  <a:lnTo>
                    <a:pt x="907326" y="167055"/>
                  </a:lnTo>
                  <a:lnTo>
                    <a:pt x="888860" y="175907"/>
                  </a:lnTo>
                  <a:lnTo>
                    <a:pt x="822845" y="208407"/>
                  </a:lnTo>
                  <a:lnTo>
                    <a:pt x="797979" y="220306"/>
                  </a:lnTo>
                  <a:lnTo>
                    <a:pt x="718388" y="254990"/>
                  </a:lnTo>
                  <a:lnTo>
                    <a:pt x="664222" y="274116"/>
                  </a:lnTo>
                  <a:lnTo>
                    <a:pt x="611327" y="287337"/>
                  </a:lnTo>
                  <a:lnTo>
                    <a:pt x="611174" y="287337"/>
                  </a:lnTo>
                  <a:lnTo>
                    <a:pt x="586676" y="290868"/>
                  </a:lnTo>
                  <a:lnTo>
                    <a:pt x="563054" y="292100"/>
                  </a:lnTo>
                  <a:lnTo>
                    <a:pt x="540308" y="290868"/>
                  </a:lnTo>
                  <a:lnTo>
                    <a:pt x="539902" y="290868"/>
                  </a:lnTo>
                  <a:lnTo>
                    <a:pt x="489610" y="281851"/>
                  </a:lnTo>
                  <a:lnTo>
                    <a:pt x="436765" y="265899"/>
                  </a:lnTo>
                  <a:lnTo>
                    <a:pt x="356501" y="233680"/>
                  </a:lnTo>
                  <a:lnTo>
                    <a:pt x="297180" y="206248"/>
                  </a:lnTo>
                  <a:lnTo>
                    <a:pt x="299631" y="200901"/>
                  </a:lnTo>
                  <a:lnTo>
                    <a:pt x="303834" y="191731"/>
                  </a:lnTo>
                  <a:lnTo>
                    <a:pt x="177812" y="161912"/>
                  </a:lnTo>
                  <a:lnTo>
                    <a:pt x="282676" y="237921"/>
                  </a:lnTo>
                  <a:lnTo>
                    <a:pt x="289242" y="223570"/>
                  </a:lnTo>
                  <a:lnTo>
                    <a:pt x="349161" y="251256"/>
                  </a:lnTo>
                  <a:lnTo>
                    <a:pt x="403339" y="273875"/>
                  </a:lnTo>
                  <a:lnTo>
                    <a:pt x="458343" y="292976"/>
                  </a:lnTo>
                  <a:lnTo>
                    <a:pt x="512457" y="306209"/>
                  </a:lnTo>
                  <a:lnTo>
                    <a:pt x="564083" y="311111"/>
                  </a:lnTo>
                  <a:lnTo>
                    <a:pt x="589407" y="309727"/>
                  </a:lnTo>
                  <a:lnTo>
                    <a:pt x="642721" y="299935"/>
                  </a:lnTo>
                  <a:lnTo>
                    <a:pt x="697979" y="282968"/>
                  </a:lnTo>
                  <a:lnTo>
                    <a:pt x="780084" y="249529"/>
                  </a:lnTo>
                  <a:lnTo>
                    <a:pt x="831227" y="225513"/>
                  </a:lnTo>
                  <a:lnTo>
                    <a:pt x="897102" y="193078"/>
                  </a:lnTo>
                  <a:lnTo>
                    <a:pt x="914831" y="184569"/>
                  </a:lnTo>
                  <a:lnTo>
                    <a:pt x="921956" y="181508"/>
                  </a:lnTo>
                  <a:lnTo>
                    <a:pt x="922108" y="181724"/>
                  </a:lnTo>
                  <a:lnTo>
                    <a:pt x="930262" y="187032"/>
                  </a:lnTo>
                  <a:lnTo>
                    <a:pt x="965111" y="163982"/>
                  </a:lnTo>
                  <a:lnTo>
                    <a:pt x="965200" y="163512"/>
                  </a:lnTo>
                  <a:close/>
                </a:path>
                <a:path w="5537200" h="313054">
                  <a:moveTo>
                    <a:pt x="5359412" y="165087"/>
                  </a:moveTo>
                  <a:lnTo>
                    <a:pt x="5305603" y="126085"/>
                  </a:lnTo>
                  <a:lnTo>
                    <a:pt x="5254536" y="89065"/>
                  </a:lnTo>
                  <a:lnTo>
                    <a:pt x="5247970" y="103416"/>
                  </a:lnTo>
                  <a:lnTo>
                    <a:pt x="5188051" y="75730"/>
                  </a:lnTo>
                  <a:lnTo>
                    <a:pt x="5133873" y="53111"/>
                  </a:lnTo>
                  <a:lnTo>
                    <a:pt x="5081575" y="34886"/>
                  </a:lnTo>
                  <a:lnTo>
                    <a:pt x="5024755" y="20777"/>
                  </a:lnTo>
                  <a:lnTo>
                    <a:pt x="4973142" y="15875"/>
                  </a:lnTo>
                  <a:lnTo>
                    <a:pt x="4947805" y="17259"/>
                  </a:lnTo>
                  <a:lnTo>
                    <a:pt x="4894491" y="27051"/>
                  </a:lnTo>
                  <a:lnTo>
                    <a:pt x="4839233" y="44018"/>
                  </a:lnTo>
                  <a:lnTo>
                    <a:pt x="4757128" y="77457"/>
                  </a:lnTo>
                  <a:lnTo>
                    <a:pt x="4705985" y="101473"/>
                  </a:lnTo>
                  <a:lnTo>
                    <a:pt x="4640110" y="133908"/>
                  </a:lnTo>
                  <a:lnTo>
                    <a:pt x="4622393" y="142417"/>
                  </a:lnTo>
                  <a:lnTo>
                    <a:pt x="4615256" y="145478"/>
                  </a:lnTo>
                  <a:lnTo>
                    <a:pt x="4615104" y="145262"/>
                  </a:lnTo>
                  <a:lnTo>
                    <a:pt x="4606950" y="139954"/>
                  </a:lnTo>
                  <a:lnTo>
                    <a:pt x="4572101" y="163004"/>
                  </a:lnTo>
                  <a:lnTo>
                    <a:pt x="4572000" y="163512"/>
                  </a:lnTo>
                  <a:lnTo>
                    <a:pt x="4597425" y="188899"/>
                  </a:lnTo>
                  <a:lnTo>
                    <a:pt x="4607306" y="186880"/>
                  </a:lnTo>
                  <a:lnTo>
                    <a:pt x="4615637" y="181190"/>
                  </a:lnTo>
                  <a:lnTo>
                    <a:pt x="4620946" y="173037"/>
                  </a:lnTo>
                  <a:lnTo>
                    <a:pt x="4621098" y="172250"/>
                  </a:lnTo>
                  <a:lnTo>
                    <a:pt x="4622800" y="163512"/>
                  </a:lnTo>
                  <a:lnTo>
                    <a:pt x="4622711" y="163004"/>
                  </a:lnTo>
                  <a:lnTo>
                    <a:pt x="4629886" y="159931"/>
                  </a:lnTo>
                  <a:lnTo>
                    <a:pt x="4648352" y="151079"/>
                  </a:lnTo>
                  <a:lnTo>
                    <a:pt x="4714367" y="118579"/>
                  </a:lnTo>
                  <a:lnTo>
                    <a:pt x="4765103" y="94754"/>
                  </a:lnTo>
                  <a:lnTo>
                    <a:pt x="4818837" y="71996"/>
                  </a:lnTo>
                  <a:lnTo>
                    <a:pt x="4872990" y="52870"/>
                  </a:lnTo>
                  <a:lnTo>
                    <a:pt x="4925593" y="39712"/>
                  </a:lnTo>
                  <a:lnTo>
                    <a:pt x="4950307" y="36144"/>
                  </a:lnTo>
                  <a:lnTo>
                    <a:pt x="4949901" y="36144"/>
                  </a:lnTo>
                  <a:lnTo>
                    <a:pt x="4974158" y="34886"/>
                  </a:lnTo>
                  <a:lnTo>
                    <a:pt x="4997539" y="36144"/>
                  </a:lnTo>
                  <a:lnTo>
                    <a:pt x="5022545" y="39712"/>
                  </a:lnTo>
                  <a:lnTo>
                    <a:pt x="5022393" y="39712"/>
                  </a:lnTo>
                  <a:lnTo>
                    <a:pt x="5047602" y="45135"/>
                  </a:lnTo>
                  <a:lnTo>
                    <a:pt x="5100447" y="61087"/>
                  </a:lnTo>
                  <a:lnTo>
                    <a:pt x="5180711" y="93306"/>
                  </a:lnTo>
                  <a:lnTo>
                    <a:pt x="5240020" y="120738"/>
                  </a:lnTo>
                  <a:lnTo>
                    <a:pt x="5233378" y="135255"/>
                  </a:lnTo>
                  <a:lnTo>
                    <a:pt x="5359412" y="165087"/>
                  </a:lnTo>
                  <a:close/>
                </a:path>
                <a:path w="5537200" h="313054">
                  <a:moveTo>
                    <a:pt x="5537200" y="165100"/>
                  </a:moveTo>
                  <a:lnTo>
                    <a:pt x="5511787" y="139674"/>
                  </a:lnTo>
                  <a:lnTo>
                    <a:pt x="5501906" y="141693"/>
                  </a:lnTo>
                  <a:lnTo>
                    <a:pt x="5493575" y="147383"/>
                  </a:lnTo>
                  <a:lnTo>
                    <a:pt x="5488267" y="155536"/>
                  </a:lnTo>
                  <a:lnTo>
                    <a:pt x="5486400" y="165100"/>
                  </a:lnTo>
                  <a:lnTo>
                    <a:pt x="5486489" y="165569"/>
                  </a:lnTo>
                  <a:lnTo>
                    <a:pt x="5479326" y="168643"/>
                  </a:lnTo>
                  <a:lnTo>
                    <a:pt x="5460860" y="177495"/>
                  </a:lnTo>
                  <a:lnTo>
                    <a:pt x="5394845" y="209994"/>
                  </a:lnTo>
                  <a:lnTo>
                    <a:pt x="5369979" y="221894"/>
                  </a:lnTo>
                  <a:lnTo>
                    <a:pt x="5290388" y="256578"/>
                  </a:lnTo>
                  <a:lnTo>
                    <a:pt x="5236222" y="275704"/>
                  </a:lnTo>
                  <a:lnTo>
                    <a:pt x="5183327" y="288925"/>
                  </a:lnTo>
                  <a:lnTo>
                    <a:pt x="5183175" y="288925"/>
                  </a:lnTo>
                  <a:lnTo>
                    <a:pt x="5158676" y="292455"/>
                  </a:lnTo>
                  <a:lnTo>
                    <a:pt x="5135054" y="293687"/>
                  </a:lnTo>
                  <a:lnTo>
                    <a:pt x="5112309" y="292455"/>
                  </a:lnTo>
                  <a:lnTo>
                    <a:pt x="5111902" y="292455"/>
                  </a:lnTo>
                  <a:lnTo>
                    <a:pt x="5061610" y="283438"/>
                  </a:lnTo>
                  <a:lnTo>
                    <a:pt x="5008765" y="267487"/>
                  </a:lnTo>
                  <a:lnTo>
                    <a:pt x="4928501" y="235267"/>
                  </a:lnTo>
                  <a:lnTo>
                    <a:pt x="4869180" y="207835"/>
                  </a:lnTo>
                  <a:lnTo>
                    <a:pt x="4871631" y="202488"/>
                  </a:lnTo>
                  <a:lnTo>
                    <a:pt x="4875835" y="193319"/>
                  </a:lnTo>
                  <a:lnTo>
                    <a:pt x="4749812" y="163487"/>
                  </a:lnTo>
                  <a:lnTo>
                    <a:pt x="4854676" y="239509"/>
                  </a:lnTo>
                  <a:lnTo>
                    <a:pt x="4861242" y="225158"/>
                  </a:lnTo>
                  <a:lnTo>
                    <a:pt x="4921161" y="252844"/>
                  </a:lnTo>
                  <a:lnTo>
                    <a:pt x="4975339" y="275463"/>
                  </a:lnTo>
                  <a:lnTo>
                    <a:pt x="5030343" y="294563"/>
                  </a:lnTo>
                  <a:lnTo>
                    <a:pt x="5084457" y="307797"/>
                  </a:lnTo>
                  <a:lnTo>
                    <a:pt x="5136083" y="312699"/>
                  </a:lnTo>
                  <a:lnTo>
                    <a:pt x="5161407" y="311315"/>
                  </a:lnTo>
                  <a:lnTo>
                    <a:pt x="5214721" y="301523"/>
                  </a:lnTo>
                  <a:lnTo>
                    <a:pt x="5269979" y="284556"/>
                  </a:lnTo>
                  <a:lnTo>
                    <a:pt x="5352085" y="251117"/>
                  </a:lnTo>
                  <a:lnTo>
                    <a:pt x="5403227" y="227101"/>
                  </a:lnTo>
                  <a:lnTo>
                    <a:pt x="5469102" y="194665"/>
                  </a:lnTo>
                  <a:lnTo>
                    <a:pt x="5486832" y="186156"/>
                  </a:lnTo>
                  <a:lnTo>
                    <a:pt x="5493956" y="183095"/>
                  </a:lnTo>
                  <a:lnTo>
                    <a:pt x="5494109" y="183311"/>
                  </a:lnTo>
                  <a:lnTo>
                    <a:pt x="5502262" y="188620"/>
                  </a:lnTo>
                  <a:lnTo>
                    <a:pt x="5537111" y="165569"/>
                  </a:lnTo>
                  <a:lnTo>
                    <a:pt x="5537200" y="165100"/>
                  </a:lnTo>
                  <a:close/>
                </a:path>
              </a:pathLst>
            </a:custGeom>
            <a:solidFill>
              <a:srgbClr val="404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 txBox="1">
            <a:spLocks noGrp="1"/>
          </p:cNvSpPr>
          <p:nvPr>
            <p:ph type="ftr" sz="quarter" idx="5"/>
          </p:nvPr>
        </p:nvSpPr>
        <p:spPr>
          <a:xfrm>
            <a:off x="154939" y="5900271"/>
            <a:ext cx="3215004" cy="772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400" b="0" i="0">
                <a:solidFill>
                  <a:srgbClr val="BE2D00"/>
                </a:solidFill>
                <a:latin typeface="Tahoma"/>
                <a:cs typeface="Tahoma"/>
              </a:defRPr>
            </a:lvl1pPr>
          </a:lstStyle>
          <a:p>
            <a:pPr marR="419734" algn="r">
              <a:spcBef>
                <a:spcPts val="100"/>
              </a:spcBef>
            </a:pPr>
            <a:r>
              <a:rPr lang="en-US" spc="-50"/>
              <a:t>A</a:t>
            </a:r>
          </a:p>
          <a:p>
            <a:pPr marL="12700">
              <a:spcBef>
                <a:spcPts val="1310"/>
              </a:spcBef>
            </a:pPr>
            <a:r>
              <a:rPr lang="en-US" sz="1400">
                <a:solidFill>
                  <a:srgbClr val="40458C"/>
                </a:solidFill>
              </a:rPr>
              <a:t>©</a:t>
            </a:r>
            <a:r>
              <a:rPr lang="en-US" sz="1400" spc="-35">
                <a:solidFill>
                  <a:srgbClr val="40458C"/>
                </a:solidFill>
              </a:rPr>
              <a:t> </a:t>
            </a:r>
            <a:r>
              <a:rPr lang="en-US" sz="1400">
                <a:solidFill>
                  <a:srgbClr val="40458C"/>
                </a:solidFill>
              </a:rPr>
              <a:t>2014</a:t>
            </a:r>
            <a:r>
              <a:rPr lang="en-US" sz="1400" spc="-35">
                <a:solidFill>
                  <a:srgbClr val="40458C"/>
                </a:solidFill>
              </a:rPr>
              <a:t> </a:t>
            </a:r>
            <a:r>
              <a:rPr lang="en-US" sz="1400">
                <a:solidFill>
                  <a:srgbClr val="40458C"/>
                </a:solidFill>
              </a:rPr>
              <a:t>Goodrich,</a:t>
            </a:r>
            <a:r>
              <a:rPr lang="en-US" sz="1400" spc="-30">
                <a:solidFill>
                  <a:srgbClr val="40458C"/>
                </a:solidFill>
              </a:rPr>
              <a:t> </a:t>
            </a:r>
            <a:r>
              <a:rPr lang="en-US" sz="1400" spc="-20">
                <a:solidFill>
                  <a:srgbClr val="40458C"/>
                </a:solidFill>
              </a:rPr>
              <a:t>Tamassia,</a:t>
            </a:r>
            <a:r>
              <a:rPr lang="en-US" sz="1400" spc="-30">
                <a:solidFill>
                  <a:srgbClr val="40458C"/>
                </a:solidFill>
              </a:rPr>
              <a:t> </a:t>
            </a:r>
            <a:r>
              <a:rPr lang="en-US" sz="1400" spc="-10">
                <a:solidFill>
                  <a:srgbClr val="40458C"/>
                </a:solidFill>
              </a:rPr>
              <a:t>Goldwasser</a:t>
            </a:r>
            <a:endParaRPr sz="1400"/>
          </a:p>
        </p:txBody>
      </p:sp>
      <p:sp>
        <p:nvSpPr>
          <p:cNvPr id="116" name="object 116"/>
          <p:cNvSpPr txBox="1">
            <a:spLocks noGrp="1"/>
          </p:cNvSpPr>
          <p:nvPr>
            <p:ph type="dt" sz="half" idx="6"/>
          </p:nvPr>
        </p:nvSpPr>
        <p:spPr>
          <a:xfrm>
            <a:off x="3803650" y="5900271"/>
            <a:ext cx="1537335" cy="772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400" b="0" i="0">
                <a:solidFill>
                  <a:srgbClr val="BE2D00"/>
                </a:solidFill>
                <a:latin typeface="Tahoma"/>
                <a:cs typeface="Tahoma"/>
              </a:defRPr>
            </a:lvl1pPr>
          </a:lstStyle>
          <a:p>
            <a:pPr marL="480695">
              <a:spcBef>
                <a:spcPts val="100"/>
              </a:spcBef>
            </a:pPr>
            <a:r>
              <a:rPr lang="en-US" spc="-50"/>
              <a:t>B</a:t>
            </a:r>
          </a:p>
          <a:p>
            <a:pPr marL="12700">
              <a:spcBef>
                <a:spcPts val="1310"/>
              </a:spcBef>
            </a:pPr>
            <a:r>
              <a:rPr lang="en-US" sz="1400">
                <a:solidFill>
                  <a:srgbClr val="40458C"/>
                </a:solidFill>
              </a:rPr>
              <a:t>Doubly</a:t>
            </a:r>
            <a:r>
              <a:rPr lang="en-US" sz="1400" spc="-50">
                <a:solidFill>
                  <a:srgbClr val="40458C"/>
                </a:solidFill>
              </a:rPr>
              <a:t> </a:t>
            </a:r>
            <a:r>
              <a:rPr lang="en-US" sz="1400">
                <a:solidFill>
                  <a:srgbClr val="40458C"/>
                </a:solidFill>
              </a:rPr>
              <a:t>Linked</a:t>
            </a:r>
            <a:r>
              <a:rPr lang="en-US" sz="1400" spc="-50">
                <a:solidFill>
                  <a:srgbClr val="40458C"/>
                </a:solidFill>
              </a:rPr>
              <a:t> </a:t>
            </a:r>
            <a:r>
              <a:rPr lang="en-US" sz="1400" spc="-20">
                <a:solidFill>
                  <a:srgbClr val="40458C"/>
                </a:solidFill>
              </a:rPr>
              <a:t>Lists</a:t>
            </a:r>
            <a:endParaRPr sz="1400"/>
          </a:p>
        </p:txBody>
      </p:sp>
      <p:sp>
        <p:nvSpPr>
          <p:cNvPr id="117" name="object 117"/>
          <p:cNvSpPr txBox="1"/>
          <p:nvPr/>
        </p:nvSpPr>
        <p:spPr>
          <a:xfrm>
            <a:off x="7321551" y="5900271"/>
            <a:ext cx="202565" cy="393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BE2D00"/>
                </a:solidFill>
                <a:latin typeface="Tahoma"/>
                <a:cs typeface="Tahoma"/>
              </a:rPr>
              <a:t>X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8842376" y="5900271"/>
            <a:ext cx="208915" cy="393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solidFill>
                  <a:srgbClr val="BE2D00"/>
                </a:solidFill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9" name="object 119"/>
          <p:cNvSpPr txBox="1">
            <a:spLocks noGrp="1"/>
          </p:cNvSpPr>
          <p:nvPr>
            <p:ph type="sldNum" sz="quarter" idx="7"/>
          </p:nvPr>
        </p:nvSpPr>
        <p:spPr>
          <a:xfrm>
            <a:off x="8230552" y="6432717"/>
            <a:ext cx="186054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40458C"/>
                </a:solidFill>
                <a:latin typeface="Tahoma"/>
                <a:cs typeface="Tahoma"/>
              </a:defRPr>
            </a:lvl1pPr>
          </a:lstStyle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0" smtClean="0"/>
              <a:pPr marL="38100">
                <a:spcBef>
                  <a:spcPts val="100"/>
                </a:spcBef>
              </a:pPr>
              <a:t>24</a:t>
            </a:fld>
            <a:endParaRPr spc="-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charset="0"/>
              </a:rPr>
              <a:t>Doubly-Linked List in Java</a:t>
            </a:r>
          </a:p>
        </p:txBody>
      </p:sp>
      <p:sp>
        <p:nvSpPr>
          <p:cNvPr id="1638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Doubly Linked Lists</a:t>
            </a: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606730BD-7DCC-1A40-9851-719D8664DEA8}" type="slidenum">
              <a:rPr lang="en-US" sz="1400"/>
              <a:pPr eaLnBrk="1" hangingPunct="1"/>
              <a:t>25</a:t>
            </a:fld>
            <a:endParaRPr lang="en-US" sz="1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752600"/>
            <a:ext cx="7772400" cy="45821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charset="0"/>
              </a:rPr>
              <a:t>Doubly-Linked List in Java, 2</a:t>
            </a:r>
          </a:p>
        </p:txBody>
      </p:sp>
      <p:sp>
        <p:nvSpPr>
          <p:cNvPr id="1638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Doubly Linked Lists</a:t>
            </a: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606730BD-7DCC-1A40-9851-719D8664DEA8}" type="slidenum">
              <a:rPr lang="en-US" sz="1400"/>
              <a:pPr eaLnBrk="1" hangingPunct="1"/>
              <a:t>26</a:t>
            </a:fld>
            <a:endParaRPr lang="en-US" sz="14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600201"/>
            <a:ext cx="6757720" cy="467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8866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charset="0"/>
              </a:rPr>
              <a:t>Doubly-Linked List in Java, 3</a:t>
            </a:r>
          </a:p>
        </p:txBody>
      </p:sp>
      <p:sp>
        <p:nvSpPr>
          <p:cNvPr id="1638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Doubly Linked Lists</a:t>
            </a: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606730BD-7DCC-1A40-9851-719D8664DEA8}" type="slidenum">
              <a:rPr lang="en-US" sz="1400"/>
              <a:pPr eaLnBrk="1" hangingPunct="1"/>
              <a:t>27</a:t>
            </a:fld>
            <a:endParaRPr lang="en-US" sz="1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828801"/>
            <a:ext cx="6858000" cy="397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7351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charset="0"/>
              </a:rPr>
              <a:t>Doubly-Linked List in Java, 4</a:t>
            </a:r>
          </a:p>
        </p:txBody>
      </p:sp>
      <p:sp>
        <p:nvSpPr>
          <p:cNvPr id="1638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Doubly Linked Lists</a:t>
            </a: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606730BD-7DCC-1A40-9851-719D8664DEA8}" type="slidenum">
              <a:rPr lang="en-US" sz="1400"/>
              <a:pPr eaLnBrk="1" hangingPunct="1"/>
              <a:t>28</a:t>
            </a:fld>
            <a:endParaRPr lang="en-US" sz="14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676400"/>
            <a:ext cx="7422594" cy="454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8433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</a:t>
            </a:r>
            <a:r>
              <a:rPr lang="en-US" dirty="0" err="1"/>
              <a:t>LinkedList</a:t>
            </a:r>
            <a:r>
              <a:rPr lang="en-US" dirty="0"/>
              <a:t>&lt;E&gt;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hlinkClick r:id="rId2" tooltip="class in java.lang"/>
              </a:rPr>
              <a:t>https://docs.oracle.com/javase/7/docs/api/java/util/LinkedList.html</a:t>
            </a:r>
          </a:p>
          <a:p>
            <a:endParaRPr lang="en-US" sz="2000" dirty="0">
              <a:hlinkClick r:id="rId2" tooltip="class in java.lang"/>
            </a:endParaRPr>
          </a:p>
          <a:p>
            <a:r>
              <a:rPr lang="en-US" sz="2000" dirty="0" err="1">
                <a:hlinkClick r:id="rId2" tooltip="class in java.lang"/>
              </a:rPr>
              <a:t>java.lang.Object</a:t>
            </a:r>
            <a:endParaRPr lang="en-US" sz="2000" dirty="0"/>
          </a:p>
          <a:p>
            <a:pPr marL="457200" lvl="1" indent="0">
              <a:buNone/>
            </a:pPr>
            <a:r>
              <a:rPr lang="en-US" sz="2000" dirty="0" err="1">
                <a:hlinkClick r:id="rId3" tooltip="class in java.util"/>
              </a:rPr>
              <a:t>java.util.AbstractCollection</a:t>
            </a:r>
            <a:r>
              <a:rPr lang="en-US" sz="2000" dirty="0"/>
              <a:t>&lt;E&gt;</a:t>
            </a:r>
          </a:p>
          <a:p>
            <a:pPr marL="914400" lvl="2" indent="0">
              <a:buNone/>
            </a:pPr>
            <a:r>
              <a:rPr lang="en-US" sz="2000" dirty="0" err="1">
                <a:hlinkClick r:id="rId4" tooltip="class in java.util"/>
              </a:rPr>
              <a:t>java.util.AbstractList</a:t>
            </a:r>
            <a:r>
              <a:rPr lang="en-US" sz="2000" dirty="0"/>
              <a:t>&lt;E&gt;</a:t>
            </a:r>
          </a:p>
          <a:p>
            <a:pPr marL="1371600" lvl="3" indent="0">
              <a:buNone/>
            </a:pPr>
            <a:r>
              <a:rPr lang="en-US" dirty="0" err="1">
                <a:hlinkClick r:id="rId5" tooltip="class in java.util"/>
              </a:rPr>
              <a:t>java.util.AbstractSequentialList</a:t>
            </a:r>
            <a:r>
              <a:rPr lang="en-US" dirty="0"/>
              <a:t>&lt;E&gt;</a:t>
            </a:r>
          </a:p>
          <a:p>
            <a:pPr marL="1828800" lvl="4" indent="0">
              <a:buNone/>
            </a:pPr>
            <a:r>
              <a:rPr lang="en-US" dirty="0" err="1"/>
              <a:t>java.util.LinkedList</a:t>
            </a:r>
            <a:r>
              <a:rPr lang="en-US" dirty="0"/>
              <a:t>&lt;E&gt;</a:t>
            </a:r>
          </a:p>
          <a:p>
            <a:endParaRPr lang="en-US" sz="2000" dirty="0"/>
          </a:p>
          <a:p>
            <a:r>
              <a:rPr lang="en-US" sz="2000" dirty="0"/>
              <a:t>E – the type of elements held in the nodes</a:t>
            </a:r>
          </a:p>
          <a:p>
            <a:r>
              <a:rPr lang="en-US" altLang="en-US" sz="2000" dirty="0"/>
              <a:t>All Implemented Interfaces:</a:t>
            </a:r>
          </a:p>
          <a:p>
            <a:pPr marL="0" lvl="1" indent="0" fontAlgn="base">
              <a:spcAft>
                <a:spcPct val="0"/>
              </a:spcAft>
              <a:buNone/>
            </a:pPr>
            <a:r>
              <a:rPr lang="en-US" altLang="en-US" sz="2000" dirty="0"/>
              <a:t>	Serializable, </a:t>
            </a:r>
            <a:r>
              <a:rPr lang="en-US" altLang="en-US" sz="2000" dirty="0" err="1">
                <a:hlinkClick r:id="rId6" tooltip="interface in java.lang"/>
              </a:rPr>
              <a:t>Cloneable</a:t>
            </a:r>
            <a:r>
              <a:rPr lang="en-US" altLang="en-US" sz="2000" dirty="0"/>
              <a:t>, </a:t>
            </a:r>
            <a:r>
              <a:rPr lang="en-US" altLang="en-US" sz="2000" dirty="0" err="1">
                <a:hlinkClick r:id="rId7" tooltip="interface in java.lang"/>
              </a:rPr>
              <a:t>Iterable</a:t>
            </a:r>
            <a:r>
              <a:rPr lang="en-US" altLang="en-US" sz="2000" dirty="0"/>
              <a:t>&lt;E&gt;, </a:t>
            </a:r>
            <a:r>
              <a:rPr lang="en-US" altLang="en-US" sz="2000" dirty="0">
                <a:hlinkClick r:id="rId8" tooltip="interface in java.util"/>
              </a:rPr>
              <a:t>Collection</a:t>
            </a:r>
            <a:r>
              <a:rPr lang="en-US" altLang="en-US" sz="2000" dirty="0"/>
              <a:t>&lt;E&gt;, </a:t>
            </a:r>
            <a:r>
              <a:rPr lang="en-US" altLang="en-US" sz="2000" dirty="0" err="1">
                <a:hlinkClick r:id="rId9" tooltip="interface in java.util"/>
              </a:rPr>
              <a:t>Deque</a:t>
            </a:r>
            <a:r>
              <a:rPr lang="en-US" altLang="en-US" sz="2000" dirty="0"/>
              <a:t>&lt;E&gt;, </a:t>
            </a:r>
          </a:p>
          <a:p>
            <a:pPr marL="0" lvl="1" indent="0" fontAlgn="base">
              <a:spcAft>
                <a:spcPct val="0"/>
              </a:spcAft>
              <a:buNone/>
            </a:pPr>
            <a:r>
              <a:rPr lang="en-US" altLang="en-US" sz="2000" dirty="0"/>
              <a:t>	List&lt;E&gt;, </a:t>
            </a:r>
            <a:r>
              <a:rPr lang="en-US" altLang="en-US" sz="2000" dirty="0">
                <a:hlinkClick r:id="rId10" tooltip="interface in java.util"/>
              </a:rPr>
              <a:t>Queue</a:t>
            </a:r>
            <a:r>
              <a:rPr lang="en-US" altLang="en-US" sz="2000" dirty="0"/>
              <a:t>&lt;E&gt;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8309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</a:t>
            </a:r>
            <a:r>
              <a:rPr lang="en-US" dirty="0" err="1"/>
              <a:t>LinkedList</a:t>
            </a:r>
            <a:r>
              <a:rPr lang="en-US" dirty="0"/>
              <a:t>&lt;E&gt;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public class LinkedList&lt;E&gt; </a:t>
            </a:r>
          </a:p>
          <a:p>
            <a:pPr marL="0" indent="0">
              <a:buNone/>
            </a:pPr>
            <a:r>
              <a:rPr lang="en-US" sz="2400" dirty="0"/>
              <a:t>	extends </a:t>
            </a:r>
            <a:r>
              <a:rPr lang="en-US" sz="2400" u="sng" dirty="0">
                <a:hlinkClick r:id="rId2" tooltip="class in java.uti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AbstractS</a:t>
            </a:r>
            <a:r>
              <a:rPr lang="en-US" sz="2400" dirty="0">
                <a:hlinkClick r:id="rId2" tooltip="class in java.uti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equentialList</a:t>
            </a:r>
            <a:r>
              <a:rPr lang="en-US" sz="2400" dirty="0"/>
              <a:t>&lt;E&gt; </a:t>
            </a:r>
          </a:p>
          <a:p>
            <a:pPr marL="0" indent="0">
              <a:buNone/>
            </a:pPr>
            <a:r>
              <a:rPr lang="en-US" sz="2400" dirty="0"/>
              <a:t>	implements </a:t>
            </a:r>
            <a:r>
              <a:rPr lang="en-US" sz="2400" dirty="0">
                <a:hlinkClick r:id="rId3" tooltip="interface in java.uti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List</a:t>
            </a:r>
            <a:r>
              <a:rPr lang="en-US" sz="2400" dirty="0"/>
              <a:t>&lt;E&gt;, </a:t>
            </a:r>
            <a:r>
              <a:rPr lang="en-US" sz="2400" dirty="0">
                <a:hlinkClick r:id="rId4" tooltip="interface in java.uti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Deque</a:t>
            </a:r>
            <a:r>
              <a:rPr lang="en-US" sz="2400" dirty="0"/>
              <a:t>&lt;E&gt;, </a:t>
            </a:r>
            <a:r>
              <a:rPr lang="en-US" sz="2400" dirty="0">
                <a:hlinkClick r:id="rId5" tooltip="interface in java.la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Cloneable</a:t>
            </a:r>
            <a:r>
              <a:rPr lang="en-US" sz="2400" dirty="0"/>
              <a:t>, </a:t>
            </a:r>
            <a:r>
              <a:rPr lang="en-US" sz="2400" dirty="0">
                <a:hlinkClick r:id="rId6" tooltip="interface in java.i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Serializable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Constructor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LinkedList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731274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</a:t>
            </a:r>
            <a:r>
              <a:rPr lang="en-US" dirty="0" err="1"/>
              <a:t>LinkedList</a:t>
            </a:r>
            <a:r>
              <a:rPr lang="en-US" dirty="0"/>
              <a:t>&lt;E&gt;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/>
              <a:t>Commonly used methods</a:t>
            </a:r>
          </a:p>
          <a:p>
            <a:r>
              <a:rPr lang="en-US" sz="2000" dirty="0"/>
              <a:t>add(E </a:t>
            </a:r>
            <a:r>
              <a:rPr lang="en-US" sz="2000" i="1" dirty="0"/>
              <a:t>e</a:t>
            </a:r>
            <a:r>
              <a:rPr lang="en-US" sz="2000" dirty="0"/>
              <a:t>) – append </a:t>
            </a:r>
            <a:r>
              <a:rPr lang="en-US" sz="2000" i="1" dirty="0"/>
              <a:t>e</a:t>
            </a:r>
            <a:r>
              <a:rPr lang="en-US" sz="2000" dirty="0"/>
              <a:t> to the end of the list</a:t>
            </a:r>
          </a:p>
          <a:p>
            <a:r>
              <a:rPr lang="en-US" sz="2000" dirty="0" err="1"/>
              <a:t>addFirst</a:t>
            </a:r>
            <a:r>
              <a:rPr lang="en-US" sz="2000" dirty="0"/>
              <a:t>(E </a:t>
            </a:r>
            <a:r>
              <a:rPr lang="en-US" sz="2000" i="1" dirty="0"/>
              <a:t>e</a:t>
            </a:r>
            <a:r>
              <a:rPr lang="en-US" sz="2000" dirty="0"/>
              <a:t>) – insert e at the beginning of the list</a:t>
            </a:r>
          </a:p>
          <a:p>
            <a:r>
              <a:rPr lang="en-US" sz="2000" dirty="0" err="1"/>
              <a:t>addLast</a:t>
            </a:r>
            <a:r>
              <a:rPr lang="en-US" sz="2000" dirty="0"/>
              <a:t>(E </a:t>
            </a:r>
            <a:r>
              <a:rPr lang="en-US" sz="2000" i="1" dirty="0"/>
              <a:t>e</a:t>
            </a:r>
            <a:r>
              <a:rPr lang="en-US" sz="2000" dirty="0"/>
              <a:t>) – append e to the end of the list</a:t>
            </a:r>
          </a:p>
          <a:p>
            <a:r>
              <a:rPr lang="en-US" sz="2000" dirty="0"/>
              <a:t>add(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i="1" dirty="0"/>
              <a:t>index</a:t>
            </a:r>
            <a:r>
              <a:rPr lang="en-US" sz="2000" dirty="0"/>
              <a:t>, E </a:t>
            </a:r>
            <a:r>
              <a:rPr lang="en-US" sz="2000" i="1" dirty="0"/>
              <a:t>e</a:t>
            </a:r>
            <a:r>
              <a:rPr lang="en-US" sz="2000" dirty="0"/>
              <a:t>) – insert </a:t>
            </a:r>
            <a:r>
              <a:rPr lang="en-US" sz="2000" i="1" dirty="0"/>
              <a:t>e</a:t>
            </a:r>
            <a:r>
              <a:rPr lang="en-US" sz="2000" dirty="0"/>
              <a:t> at position </a:t>
            </a:r>
            <a:r>
              <a:rPr lang="en-US" sz="2000" i="1" dirty="0"/>
              <a:t>index</a:t>
            </a:r>
            <a:r>
              <a:rPr lang="en-US" sz="2000" dirty="0"/>
              <a:t> of the list</a:t>
            </a:r>
          </a:p>
          <a:p>
            <a:r>
              <a:rPr lang="en-US" sz="2000" dirty="0"/>
              <a:t>contains(Object </a:t>
            </a:r>
            <a:r>
              <a:rPr lang="en-US" sz="2000" i="1" dirty="0"/>
              <a:t>o</a:t>
            </a:r>
            <a:r>
              <a:rPr lang="en-US" sz="2000" dirty="0"/>
              <a:t>) – returns true if the list contains </a:t>
            </a:r>
            <a:r>
              <a:rPr lang="en-US" sz="2000" i="1" dirty="0"/>
              <a:t>o</a:t>
            </a:r>
          </a:p>
          <a:p>
            <a:r>
              <a:rPr lang="en-US" sz="2000" dirty="0"/>
              <a:t>element() – returns the first element</a:t>
            </a:r>
          </a:p>
          <a:p>
            <a:r>
              <a:rPr lang="en-US" sz="2000" dirty="0"/>
              <a:t>get(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i="1" dirty="0"/>
              <a:t>index</a:t>
            </a:r>
            <a:r>
              <a:rPr lang="en-US" sz="2000" dirty="0"/>
              <a:t>) – returns element at position </a:t>
            </a:r>
            <a:r>
              <a:rPr lang="en-US" sz="2000" i="1" dirty="0"/>
              <a:t>index</a:t>
            </a:r>
          </a:p>
          <a:p>
            <a:r>
              <a:rPr lang="en-US" sz="2000" dirty="0" err="1"/>
              <a:t>getFirst</a:t>
            </a:r>
            <a:r>
              <a:rPr lang="en-US" sz="2000" dirty="0"/>
              <a:t>(), </a:t>
            </a:r>
            <a:r>
              <a:rPr lang="en-US" sz="2000" dirty="0" err="1"/>
              <a:t>getLast</a:t>
            </a:r>
            <a:r>
              <a:rPr lang="en-US" sz="2000" dirty="0"/>
              <a:t>()</a:t>
            </a:r>
          </a:p>
          <a:p>
            <a:r>
              <a:rPr lang="en-US" sz="2000" dirty="0"/>
              <a:t>remove() – remove the head</a:t>
            </a:r>
          </a:p>
          <a:p>
            <a:r>
              <a:rPr lang="en-US" sz="2000" dirty="0"/>
              <a:t>remove(Object </a:t>
            </a:r>
            <a:r>
              <a:rPr lang="en-US" sz="2000" i="1" dirty="0"/>
              <a:t>o</a:t>
            </a:r>
            <a:r>
              <a:rPr lang="en-US" sz="2000" dirty="0"/>
              <a:t>), </a:t>
            </a:r>
            <a:r>
              <a:rPr lang="en-US" sz="2000" dirty="0" err="1"/>
              <a:t>removeFirst</a:t>
            </a:r>
            <a:r>
              <a:rPr lang="en-US" sz="2000" dirty="0"/>
              <a:t>(), </a:t>
            </a:r>
            <a:r>
              <a:rPr lang="en-US" sz="2000" dirty="0" err="1"/>
              <a:t>removeLast</a:t>
            </a:r>
            <a:r>
              <a:rPr lang="en-US" sz="2000" dirty="0"/>
              <a:t>()</a:t>
            </a:r>
          </a:p>
          <a:p>
            <a:r>
              <a:rPr lang="en-US" sz="2000" dirty="0"/>
              <a:t>size()</a:t>
            </a:r>
          </a:p>
          <a:p>
            <a:r>
              <a:rPr lang="en-US" sz="2000" dirty="0" err="1"/>
              <a:t>toArray</a:t>
            </a:r>
            <a:r>
              <a:rPr lang="en-US" sz="2000" dirty="0"/>
              <a:t>() – returns an array containing all elements in the list</a:t>
            </a:r>
          </a:p>
          <a:p>
            <a:r>
              <a:rPr lang="en-US" sz="2000" dirty="0" err="1">
                <a:solidFill>
                  <a:srgbClr val="FF0000"/>
                </a:solidFill>
              </a:rPr>
              <a:t>listIterator</a:t>
            </a: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i="1" dirty="0"/>
              <a:t>index</a:t>
            </a:r>
            <a:r>
              <a:rPr lang="en-US" sz="2000" dirty="0"/>
              <a:t>) – returns a list-iterator of the elements in the list, starting at position index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816802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 and </a:t>
            </a:r>
            <a:r>
              <a:rPr lang="en-US" dirty="0" err="1"/>
              <a:t>Iterable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</a:t>
            </a:r>
            <a:r>
              <a:rPr lang="en-US" sz="2000" b="1" dirty="0"/>
              <a:t>iterator</a:t>
            </a:r>
            <a:r>
              <a:rPr lang="en-US" sz="2000" dirty="0"/>
              <a:t> data type supports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 err="1"/>
              <a:t>hasNext</a:t>
            </a:r>
            <a:r>
              <a:rPr lang="en-US" sz="2000" dirty="0"/>
              <a:t>(): test whether there are elements left in the iterator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next(): return the next element in the iterator</a:t>
            </a:r>
          </a:p>
          <a:p>
            <a:r>
              <a:rPr lang="en-US" sz="2000" dirty="0"/>
              <a:t>The </a:t>
            </a:r>
            <a:r>
              <a:rPr lang="en-US" sz="2000" b="1" dirty="0" err="1"/>
              <a:t>iterable</a:t>
            </a:r>
            <a:r>
              <a:rPr lang="en-US" sz="2000" dirty="0"/>
              <a:t> data type supports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 err="1"/>
              <a:t>itrerator</a:t>
            </a:r>
            <a:r>
              <a:rPr lang="en-US" sz="2000" dirty="0"/>
              <a:t>(): return an iterator of the elements in the collection</a:t>
            </a:r>
          </a:p>
          <a:p>
            <a:pPr marL="400050" lvl="1" indent="0">
              <a:buNone/>
            </a:pPr>
            <a:endParaRPr lang="en-US" sz="2000" dirty="0"/>
          </a:p>
          <a:p>
            <a:r>
              <a:rPr lang="en-US" sz="2000" dirty="0"/>
              <a:t>Example: </a:t>
            </a:r>
            <a:r>
              <a:rPr lang="en-US" sz="2000" dirty="0" err="1"/>
              <a:t>java.util.Scanner</a:t>
            </a:r>
            <a:r>
              <a:rPr lang="en-US" sz="2000" dirty="0"/>
              <a:t> class has</a:t>
            </a:r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en-US" sz="2000" dirty="0" err="1"/>
              <a:t>hasNext</a:t>
            </a:r>
            <a:r>
              <a:rPr lang="en-US" sz="2000" dirty="0"/>
              <a:t>()</a:t>
            </a:r>
          </a:p>
          <a:p>
            <a:pPr marL="0" indent="0">
              <a:buNone/>
            </a:pPr>
            <a:r>
              <a:rPr lang="en-US" sz="2000" dirty="0"/>
              <a:t>      next()</a:t>
            </a:r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en-US" sz="2000" dirty="0" err="1"/>
              <a:t>hasNext</a:t>
            </a:r>
            <a:r>
              <a:rPr lang="en-US" sz="2000" i="1" dirty="0" err="1"/>
              <a:t>Type</a:t>
            </a:r>
            <a:r>
              <a:rPr lang="en-US" sz="2000" dirty="0"/>
              <a:t>()     </a:t>
            </a:r>
            <a:r>
              <a:rPr lang="en-US" sz="2000" i="1" dirty="0"/>
              <a:t>Type</a:t>
            </a:r>
            <a:r>
              <a:rPr lang="en-US" sz="2000" dirty="0"/>
              <a:t>: Boolean, Byte, Double, Float, </a:t>
            </a:r>
            <a:r>
              <a:rPr lang="en-US" sz="2000" dirty="0" err="1"/>
              <a:t>Int</a:t>
            </a:r>
            <a:r>
              <a:rPr lang="en-US" sz="2000" dirty="0"/>
              <a:t>, Long, or Short</a:t>
            </a:r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en-US" sz="2000" dirty="0" err="1"/>
              <a:t>hasNextLine</a:t>
            </a:r>
            <a:r>
              <a:rPr lang="en-US" sz="2000" dirty="0"/>
              <a:t>()</a:t>
            </a:r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en-US" sz="2000" dirty="0" err="1"/>
              <a:t>nextLine</a:t>
            </a:r>
            <a:r>
              <a:rPr lang="en-US" sz="20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2494798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90600" y="762000"/>
            <a:ext cx="9982200" cy="5632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//example 1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r>
              <a:rPr lang="en-US" dirty="0">
                <a:latin typeface="Century Gothic" panose="020B0502020202020204" pitchFamily="34" charset="0"/>
              </a:rPr>
              <a:t>import </a:t>
            </a:r>
            <a:r>
              <a:rPr lang="en-US" dirty="0" err="1">
                <a:latin typeface="Century Gothic" panose="020B0502020202020204" pitchFamily="34" charset="0"/>
              </a:rPr>
              <a:t>java.util.LinkedList</a:t>
            </a:r>
            <a:r>
              <a:rPr lang="en-US" dirty="0">
                <a:latin typeface="Century Gothic" panose="020B0502020202020204" pitchFamily="34" charset="0"/>
              </a:rPr>
              <a:t>;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r>
              <a:rPr lang="en-US" dirty="0">
                <a:latin typeface="Century Gothic" panose="020B0502020202020204" pitchFamily="34" charset="0"/>
              </a:rPr>
              <a:t>public class </a:t>
            </a:r>
            <a:r>
              <a:rPr lang="en-US" dirty="0" err="1">
                <a:latin typeface="Century Gothic" panose="020B0502020202020204" pitchFamily="34" charset="0"/>
              </a:rPr>
              <a:t>StringList</a:t>
            </a:r>
            <a:r>
              <a:rPr lang="en-US" dirty="0">
                <a:latin typeface="Century Gothic" panose="020B0502020202020204" pitchFamily="34" charset="0"/>
              </a:rPr>
              <a:t> {</a:t>
            </a:r>
          </a:p>
          <a:p>
            <a:r>
              <a:rPr lang="en-US" dirty="0">
                <a:latin typeface="Century Gothic" panose="020B0502020202020204" pitchFamily="34" charset="0"/>
              </a:rPr>
              <a:t>	public static void main(String[] </a:t>
            </a:r>
            <a:r>
              <a:rPr lang="en-US" dirty="0" err="1">
                <a:latin typeface="Century Gothic" panose="020B0502020202020204" pitchFamily="34" charset="0"/>
              </a:rPr>
              <a:t>args</a:t>
            </a:r>
            <a:r>
              <a:rPr lang="en-US" dirty="0">
                <a:latin typeface="Century Gothic" panose="020B0502020202020204" pitchFamily="34" charset="0"/>
              </a:rPr>
              <a:t>) {</a:t>
            </a:r>
          </a:p>
          <a:p>
            <a:r>
              <a:rPr lang="en-US" dirty="0">
                <a:latin typeface="Century Gothic" panose="020B0502020202020204" pitchFamily="34" charset="0"/>
              </a:rPr>
              <a:t>		</a:t>
            </a:r>
            <a:r>
              <a:rPr lang="en-US" dirty="0" err="1">
                <a:latin typeface="Century Gothic" panose="020B0502020202020204" pitchFamily="34" charset="0"/>
              </a:rPr>
              <a:t>LinkedList</a:t>
            </a:r>
            <a:r>
              <a:rPr lang="en-US" dirty="0">
                <a:latin typeface="Century Gothic" panose="020B0502020202020204" pitchFamily="34" charset="0"/>
              </a:rPr>
              <a:t>&lt;String&gt; l = new </a:t>
            </a:r>
            <a:r>
              <a:rPr lang="en-US" dirty="0" err="1">
                <a:latin typeface="Century Gothic" panose="020B0502020202020204" pitchFamily="34" charset="0"/>
              </a:rPr>
              <a:t>LinkedList</a:t>
            </a:r>
            <a:r>
              <a:rPr lang="en-US" dirty="0">
                <a:latin typeface="Century Gothic" panose="020B0502020202020204" pitchFamily="34" charset="0"/>
              </a:rPr>
              <a:t>&lt;String&gt;();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r>
              <a:rPr lang="en-US" dirty="0">
                <a:latin typeface="Century Gothic" panose="020B0502020202020204" pitchFamily="34" charset="0"/>
              </a:rPr>
              <a:t>		</a:t>
            </a:r>
            <a:r>
              <a:rPr lang="en-US" dirty="0" err="1">
                <a:latin typeface="Century Gothic" panose="020B0502020202020204" pitchFamily="34" charset="0"/>
              </a:rPr>
              <a:t>l.add</a:t>
            </a:r>
            <a:r>
              <a:rPr lang="en-US" dirty="0">
                <a:latin typeface="Century Gothic" panose="020B0502020202020204" pitchFamily="34" charset="0"/>
              </a:rPr>
              <a:t>("Mike");</a:t>
            </a:r>
          </a:p>
          <a:p>
            <a:r>
              <a:rPr lang="en-US" dirty="0">
                <a:latin typeface="Century Gothic" panose="020B0502020202020204" pitchFamily="34" charset="0"/>
              </a:rPr>
              <a:t>		</a:t>
            </a:r>
            <a:r>
              <a:rPr lang="en-US" dirty="0" err="1">
                <a:latin typeface="Century Gothic" panose="020B0502020202020204" pitchFamily="34" charset="0"/>
              </a:rPr>
              <a:t>l.add</a:t>
            </a:r>
            <a:r>
              <a:rPr lang="en-US" dirty="0">
                <a:latin typeface="Century Gothic" panose="020B0502020202020204" pitchFamily="34" charset="0"/>
              </a:rPr>
              <a:t>("Jane");</a:t>
            </a:r>
          </a:p>
          <a:p>
            <a:r>
              <a:rPr lang="en-US" dirty="0">
                <a:latin typeface="Century Gothic" panose="020B0502020202020204" pitchFamily="34" charset="0"/>
              </a:rPr>
              <a:t>		</a:t>
            </a:r>
            <a:r>
              <a:rPr lang="en-US" dirty="0" err="1">
                <a:latin typeface="Century Gothic" panose="020B0502020202020204" pitchFamily="34" charset="0"/>
              </a:rPr>
              <a:t>l.add</a:t>
            </a:r>
            <a:r>
              <a:rPr lang="en-US" dirty="0">
                <a:latin typeface="Century Gothic" panose="020B0502020202020204" pitchFamily="34" charset="0"/>
              </a:rPr>
              <a:t>("Tom");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r>
              <a:rPr lang="en-US" dirty="0">
                <a:latin typeface="Century Gothic" panose="020B0502020202020204" pitchFamily="34" charset="0"/>
              </a:rPr>
              <a:t>		String[] </a:t>
            </a:r>
            <a:r>
              <a:rPr lang="en-US" dirty="0" err="1">
                <a:latin typeface="Century Gothic" panose="020B0502020202020204" pitchFamily="34" charset="0"/>
              </a:rPr>
              <a:t>arr</a:t>
            </a:r>
            <a:r>
              <a:rPr lang="en-US" dirty="0">
                <a:latin typeface="Century Gothic" panose="020B0502020202020204" pitchFamily="34" charset="0"/>
              </a:rPr>
              <a:t> = </a:t>
            </a:r>
            <a:r>
              <a:rPr lang="en-US" dirty="0" err="1">
                <a:latin typeface="Century Gothic" panose="020B0502020202020204" pitchFamily="34" charset="0"/>
              </a:rPr>
              <a:t>l.toArray</a:t>
            </a:r>
            <a:r>
              <a:rPr lang="en-US" dirty="0">
                <a:latin typeface="Century Gothic" panose="020B0502020202020204" pitchFamily="34" charset="0"/>
              </a:rPr>
              <a:t>(new String[</a:t>
            </a:r>
            <a:r>
              <a:rPr lang="en-US" dirty="0" err="1">
                <a:latin typeface="Century Gothic" panose="020B0502020202020204" pitchFamily="34" charset="0"/>
              </a:rPr>
              <a:t>l.size</a:t>
            </a:r>
            <a:r>
              <a:rPr lang="en-US" dirty="0">
                <a:latin typeface="Century Gothic" panose="020B0502020202020204" pitchFamily="34" charset="0"/>
              </a:rPr>
              <a:t>()]);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r>
              <a:rPr lang="en-US" dirty="0">
                <a:latin typeface="Century Gothic" panose="020B0502020202020204" pitchFamily="34" charset="0"/>
              </a:rPr>
              <a:t>		for (String a : </a:t>
            </a:r>
            <a:r>
              <a:rPr lang="en-US" dirty="0" err="1">
                <a:latin typeface="Century Gothic" panose="020B0502020202020204" pitchFamily="34" charset="0"/>
              </a:rPr>
              <a:t>arr</a:t>
            </a:r>
            <a:r>
              <a:rPr lang="en-US" dirty="0">
                <a:latin typeface="Century Gothic" panose="020B0502020202020204" pitchFamily="34" charset="0"/>
              </a:rPr>
              <a:t>) {</a:t>
            </a:r>
          </a:p>
          <a:p>
            <a:r>
              <a:rPr lang="en-US" dirty="0">
                <a:latin typeface="Century Gothic" panose="020B0502020202020204" pitchFamily="34" charset="0"/>
              </a:rPr>
              <a:t>			</a:t>
            </a:r>
            <a:r>
              <a:rPr lang="en-US" dirty="0" err="1">
                <a:latin typeface="Century Gothic" panose="020B0502020202020204" pitchFamily="34" charset="0"/>
              </a:rPr>
              <a:t>System.out.println</a:t>
            </a:r>
            <a:r>
              <a:rPr lang="en-US" dirty="0">
                <a:latin typeface="Century Gothic" panose="020B0502020202020204" pitchFamily="34" charset="0"/>
              </a:rPr>
              <a:t>(a);</a:t>
            </a:r>
          </a:p>
          <a:p>
            <a:r>
              <a:rPr lang="en-US" dirty="0">
                <a:latin typeface="Century Gothic" panose="020B0502020202020204" pitchFamily="34" charset="0"/>
              </a:rPr>
              <a:t>		}</a:t>
            </a:r>
          </a:p>
          <a:p>
            <a:r>
              <a:rPr lang="en-US" dirty="0">
                <a:latin typeface="Century Gothic" panose="020B0502020202020204" pitchFamily="34" charset="0"/>
              </a:rPr>
              <a:t>		</a:t>
            </a:r>
            <a:r>
              <a:rPr lang="en-US" dirty="0" err="1">
                <a:latin typeface="Century Gothic" panose="020B0502020202020204" pitchFamily="34" charset="0"/>
              </a:rPr>
              <a:t>System.out.println</a:t>
            </a:r>
            <a:r>
              <a:rPr lang="en-US" dirty="0">
                <a:latin typeface="Century Gothic" panose="020B0502020202020204" pitchFamily="34" charset="0"/>
              </a:rPr>
              <a:t>();</a:t>
            </a:r>
          </a:p>
          <a:p>
            <a:r>
              <a:rPr lang="en-US" dirty="0">
                <a:latin typeface="Century Gothic" panose="020B0502020202020204" pitchFamily="34" charset="0"/>
              </a:rPr>
              <a:t>	}</a:t>
            </a:r>
          </a:p>
          <a:p>
            <a:r>
              <a:rPr lang="en-US" dirty="0">
                <a:latin typeface="Century Gothic" panose="020B0502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13087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C80C1-2763-8741-B870-45B7281E3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student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B3759-782B-E847-818F-DC4B8AFBD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4400" dirty="0"/>
              <a:t>Using </a:t>
            </a:r>
            <a:r>
              <a:rPr lang="en-US" sz="4400" dirty="0" err="1"/>
              <a:t>java.util.LinkedList</a:t>
            </a:r>
            <a:r>
              <a:rPr lang="en-US" sz="4400" dirty="0"/>
              <a:t>, build a list of students, and play with the list (add, remove, display ..)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800" dirty="0">
                <a:latin typeface="Century Gothic" panose="020B0502020202020204" pitchFamily="34" charset="0"/>
              </a:rPr>
              <a:t>public class Student {</a:t>
            </a:r>
          </a:p>
          <a:p>
            <a:pPr marL="0" indent="0">
              <a:buNone/>
            </a:pPr>
            <a:endParaRPr lang="en-US" sz="3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3800" dirty="0">
                <a:latin typeface="Century Gothic" panose="020B0502020202020204" pitchFamily="34" charset="0"/>
              </a:rPr>
              <a:t>	private String name;</a:t>
            </a:r>
          </a:p>
          <a:p>
            <a:pPr marL="0" indent="0">
              <a:buNone/>
            </a:pPr>
            <a:r>
              <a:rPr lang="en-US" sz="3800" dirty="0">
                <a:latin typeface="Century Gothic" panose="020B0502020202020204" pitchFamily="34" charset="0"/>
              </a:rPr>
              <a:t>	</a:t>
            </a:r>
            <a:r>
              <a:rPr lang="en-US" sz="3800" dirty="0" err="1">
                <a:latin typeface="Century Gothic" panose="020B0502020202020204" pitchFamily="34" charset="0"/>
              </a:rPr>
              <a:t>privare</a:t>
            </a:r>
            <a:r>
              <a:rPr lang="en-US" sz="3800" dirty="0">
                <a:latin typeface="Century Gothic" panose="020B0502020202020204" pitchFamily="34" charset="0"/>
              </a:rPr>
              <a:t> double GPA;</a:t>
            </a:r>
          </a:p>
          <a:p>
            <a:pPr marL="0" indent="0">
              <a:buNone/>
            </a:pPr>
            <a:r>
              <a:rPr lang="en-US" sz="3800" dirty="0">
                <a:latin typeface="Century Gothic" panose="020B0502020202020204" pitchFamily="34" charset="0"/>
              </a:rPr>
              <a:t>	</a:t>
            </a:r>
          </a:p>
          <a:p>
            <a:pPr marL="0" indent="0">
              <a:buNone/>
            </a:pPr>
            <a:r>
              <a:rPr lang="en-US" sz="3800" dirty="0">
                <a:latin typeface="Century Gothic" panose="020B0502020202020204" pitchFamily="34" charset="0"/>
              </a:rPr>
              <a:t>	Student(String </a:t>
            </a:r>
            <a:r>
              <a:rPr lang="en-US" sz="3800" dirty="0" err="1">
                <a:latin typeface="Century Gothic" panose="020B0502020202020204" pitchFamily="34" charset="0"/>
              </a:rPr>
              <a:t>str</a:t>
            </a:r>
            <a:r>
              <a:rPr lang="en-US" sz="3800" dirty="0">
                <a:latin typeface="Century Gothic" panose="020B0502020202020204" pitchFamily="34" charset="0"/>
              </a:rPr>
              <a:t>, double </a:t>
            </a:r>
            <a:r>
              <a:rPr lang="en-US" sz="3800" dirty="0" err="1">
                <a:latin typeface="Century Gothic" panose="020B0502020202020204" pitchFamily="34" charset="0"/>
              </a:rPr>
              <a:t>gpa</a:t>
            </a:r>
            <a:r>
              <a:rPr lang="en-US" sz="3800" dirty="0">
                <a:latin typeface="Century Gothic" panose="020B0502020202020204" pitchFamily="34" charset="0"/>
              </a:rPr>
              <a:t>){</a:t>
            </a:r>
          </a:p>
          <a:p>
            <a:pPr marL="0" indent="0">
              <a:buNone/>
            </a:pPr>
            <a:r>
              <a:rPr lang="en-US" sz="3800" dirty="0">
                <a:latin typeface="Century Gothic" panose="020B0502020202020204" pitchFamily="34" charset="0"/>
              </a:rPr>
              <a:t>		name = </a:t>
            </a:r>
            <a:r>
              <a:rPr lang="en-US" sz="3800" dirty="0" err="1">
                <a:latin typeface="Century Gothic" panose="020B0502020202020204" pitchFamily="34" charset="0"/>
              </a:rPr>
              <a:t>str</a:t>
            </a:r>
            <a:r>
              <a:rPr lang="en-US" sz="3800" dirty="0">
                <a:latin typeface="Century Gothic" panose="020B0502020202020204" pitchFamily="34" charset="0"/>
              </a:rPr>
              <a:t>;</a:t>
            </a:r>
          </a:p>
          <a:p>
            <a:pPr marL="0" indent="0">
              <a:buNone/>
            </a:pPr>
            <a:r>
              <a:rPr lang="en-US" sz="3800" dirty="0">
                <a:latin typeface="Century Gothic" panose="020B0502020202020204" pitchFamily="34" charset="0"/>
              </a:rPr>
              <a:t>		GPA = </a:t>
            </a:r>
            <a:r>
              <a:rPr lang="en-US" sz="3800" dirty="0" err="1">
                <a:latin typeface="Century Gothic" panose="020B0502020202020204" pitchFamily="34" charset="0"/>
              </a:rPr>
              <a:t>gpa</a:t>
            </a:r>
            <a:r>
              <a:rPr lang="en-US" sz="3800" dirty="0">
                <a:latin typeface="Century Gothic" panose="020B0502020202020204" pitchFamily="34" charset="0"/>
              </a:rPr>
              <a:t>;</a:t>
            </a:r>
          </a:p>
          <a:p>
            <a:pPr marL="0" indent="0">
              <a:buNone/>
            </a:pPr>
            <a:r>
              <a:rPr lang="en-US" sz="3800" dirty="0">
                <a:latin typeface="Century Gothic" panose="020B0502020202020204" pitchFamily="34" charset="0"/>
              </a:rPr>
              <a:t>	}</a:t>
            </a:r>
          </a:p>
          <a:p>
            <a:pPr marL="0" indent="0">
              <a:buNone/>
            </a:pPr>
            <a:r>
              <a:rPr lang="en-US" sz="3800" dirty="0">
                <a:latin typeface="Century Gothic" panose="020B0502020202020204" pitchFamily="34" charset="0"/>
              </a:rPr>
              <a:t>	</a:t>
            </a:r>
          </a:p>
          <a:p>
            <a:pPr marL="0" indent="0">
              <a:buNone/>
            </a:pPr>
            <a:r>
              <a:rPr lang="en-US" sz="3800" dirty="0">
                <a:latin typeface="Century Gothic" panose="020B0502020202020204" pitchFamily="34" charset="0"/>
              </a:rPr>
              <a:t>	public void display() {</a:t>
            </a:r>
          </a:p>
          <a:p>
            <a:pPr marL="0" indent="0">
              <a:buNone/>
            </a:pPr>
            <a:r>
              <a:rPr lang="en-US" sz="3800" dirty="0">
                <a:latin typeface="Century Gothic" panose="020B0502020202020204" pitchFamily="34" charset="0"/>
              </a:rPr>
              <a:t>		</a:t>
            </a:r>
            <a:r>
              <a:rPr lang="en-US" sz="3800" dirty="0" err="1">
                <a:latin typeface="Century Gothic" panose="020B0502020202020204" pitchFamily="34" charset="0"/>
              </a:rPr>
              <a:t>System.out.println</a:t>
            </a:r>
            <a:r>
              <a:rPr lang="en-US" sz="3800" dirty="0">
                <a:latin typeface="Century Gothic" panose="020B0502020202020204" pitchFamily="34" charset="0"/>
              </a:rPr>
              <a:t>(name+", "+GPA);</a:t>
            </a:r>
          </a:p>
          <a:p>
            <a:pPr marL="0" indent="0">
              <a:buNone/>
            </a:pPr>
            <a:r>
              <a:rPr lang="en-US" sz="3800" dirty="0">
                <a:latin typeface="Century Gothic" panose="020B0502020202020204" pitchFamily="34" charset="0"/>
              </a:rPr>
              <a:t>	}</a:t>
            </a:r>
          </a:p>
          <a:p>
            <a:pPr marL="0" indent="0">
              <a:buNone/>
            </a:pPr>
            <a:r>
              <a:rPr lang="en-US" sz="3800" dirty="0">
                <a:latin typeface="Century Gothic" panose="020B0502020202020204" pitchFamily="34" charset="0"/>
              </a:rPr>
              <a:t>}</a:t>
            </a:r>
          </a:p>
          <a:p>
            <a:pPr marL="0" indent="0">
              <a:buNone/>
            </a:pPr>
            <a:endParaRPr lang="en-US" sz="3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51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5796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2D4B0-DAD9-F853-ED6C-72CD0984F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</a:t>
            </a:r>
            <a:r>
              <a:rPr lang="en-US" dirty="0" err="1"/>
              <a:t>bankAccount</a:t>
            </a:r>
            <a:r>
              <a:rPr lang="en-US" dirty="0"/>
              <a:t>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3B80E-186B-E633-A437-E4C0656B4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Using </a:t>
            </a:r>
            <a:r>
              <a:rPr lang="en-US" sz="2800" dirty="0" err="1"/>
              <a:t>java.util.LinkedList</a:t>
            </a:r>
            <a:r>
              <a:rPr lang="en-US" sz="2800" dirty="0"/>
              <a:t>, build a list of bank accounts, add methods: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create account (</a:t>
            </a:r>
            <a:r>
              <a:rPr lang="en-US" dirty="0" err="1"/>
              <a:t>accNum</a:t>
            </a:r>
            <a:r>
              <a:rPr lang="en-US" dirty="0"/>
              <a:t>, amount)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withdraw (</a:t>
            </a:r>
            <a:r>
              <a:rPr lang="en-US" dirty="0" err="1"/>
              <a:t>accNum</a:t>
            </a:r>
            <a:r>
              <a:rPr lang="en-US" dirty="0"/>
              <a:t>, amount)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deposit (</a:t>
            </a:r>
            <a:r>
              <a:rPr lang="en-US" dirty="0" err="1"/>
              <a:t>accNum</a:t>
            </a:r>
            <a:r>
              <a:rPr lang="en-US" dirty="0"/>
              <a:t>, amount)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account balance total (sum of balances of all accounts)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display all accounts that has a balance over certain amount, e.g. $100,000</a:t>
            </a:r>
          </a:p>
          <a:p>
            <a:pPr marL="0" indent="0">
              <a:buNone/>
            </a:pPr>
            <a:r>
              <a:rPr lang="en-US" sz="2800" dirty="0"/>
              <a:t>Q: What if we need to print out all transactions for </a:t>
            </a:r>
            <a:r>
              <a:rPr lang="en-US" sz="2800"/>
              <a:t>any given account</a:t>
            </a:r>
            <a:r>
              <a:rPr lang="en-US" sz="2800" dirty="0"/>
              <a:t>?</a:t>
            </a:r>
          </a:p>
          <a:p>
            <a:pPr marL="914400" lvl="1" indent="-514350">
              <a:buFont typeface="+mj-lt"/>
              <a:buAutoNum type="alphaL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51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21915</TotalTime>
  <Words>1722</Words>
  <Application>Microsoft Macintosh PowerPoint</Application>
  <PresentationFormat>Widescreen</PresentationFormat>
  <Paragraphs>311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Century Gothic</vt:lpstr>
      <vt:lpstr>Symbol</vt:lpstr>
      <vt:lpstr>Tahoma</vt:lpstr>
      <vt:lpstr>Office Theme</vt:lpstr>
      <vt:lpstr>CS-205/503 Data Structure and Algorithms  4. Singly Linked List</vt:lpstr>
      <vt:lpstr>Singly linked list</vt:lpstr>
      <vt:lpstr>Singly Linked List</vt:lpstr>
      <vt:lpstr>A Nested Node Class</vt:lpstr>
      <vt:lpstr>Accessor Methods</vt:lpstr>
      <vt:lpstr>Inserting at the Head</vt:lpstr>
      <vt:lpstr>Inserting at the Tail</vt:lpstr>
      <vt:lpstr>  Java Methods</vt:lpstr>
      <vt:lpstr>Removing at the Head</vt:lpstr>
      <vt:lpstr>Java Method</vt:lpstr>
      <vt:lpstr>Removing at the Tail</vt:lpstr>
      <vt:lpstr>Introduction to Linked Lists</vt:lpstr>
      <vt:lpstr>Nodes of a Linked-List</vt:lpstr>
      <vt:lpstr>Example</vt:lpstr>
      <vt:lpstr>Class Node</vt:lpstr>
      <vt:lpstr>Class SLinkedList</vt:lpstr>
      <vt:lpstr>Insertion at the head</vt:lpstr>
      <vt:lpstr>Insertion at the tail</vt:lpstr>
      <vt:lpstr>Insertion in the middle</vt:lpstr>
      <vt:lpstr>Removing a node</vt:lpstr>
      <vt:lpstr>Exercises</vt:lpstr>
      <vt:lpstr>Doubly Linked List</vt:lpstr>
      <vt:lpstr>Insertion</vt:lpstr>
      <vt:lpstr>Deletion</vt:lpstr>
      <vt:lpstr>Doubly-Linked List in Java</vt:lpstr>
      <vt:lpstr>Doubly-Linked List in Java, 2</vt:lpstr>
      <vt:lpstr>Doubly-Linked List in Java, 3</vt:lpstr>
      <vt:lpstr>Doubly-Linked List in Java, 4</vt:lpstr>
      <vt:lpstr>Java LinkedList&lt;E&gt; Class</vt:lpstr>
      <vt:lpstr>Java LinkedList&lt;E&gt; Class</vt:lpstr>
      <vt:lpstr>Java LinkedList&lt;E&gt; Class</vt:lpstr>
      <vt:lpstr>Iterator and Iterable</vt:lpstr>
      <vt:lpstr>PowerPoint Presentation</vt:lpstr>
      <vt:lpstr>Exercise: student list</vt:lpstr>
      <vt:lpstr>Exercise: bankAccount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CS-305 Data Structure and Algorithms  1. Java Primer</dc:title>
  <dc:creator>Wang, Jiacun</dc:creator>
  <cp:lastModifiedBy>Qu, Weihao</cp:lastModifiedBy>
  <cp:revision>122</cp:revision>
  <cp:lastPrinted>2012-07-07T18:59:06Z</cp:lastPrinted>
  <dcterms:created xsi:type="dcterms:W3CDTF">2006-08-16T00:00:00Z</dcterms:created>
  <dcterms:modified xsi:type="dcterms:W3CDTF">2025-01-18T19:03:01Z</dcterms:modified>
</cp:coreProperties>
</file>